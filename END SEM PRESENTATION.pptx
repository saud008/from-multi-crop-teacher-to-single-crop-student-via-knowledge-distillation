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10287000" cx="18288000"/>
  <p:notesSz cx="18288000" cy="10287000"/>
  <p:embeddedFontLst>
    <p:embeddedFont>
      <p:font typeface="Tahoma"/>
      <p:regular r:id="rId20"/>
      <p:bold r:id="rId21"/>
    </p:embeddedFont>
    <p:embeddedFont>
      <p:font typeface="Arial Black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ahoma-regular.fntdata"/><Relationship Id="rId11" Type="http://schemas.openxmlformats.org/officeDocument/2006/relationships/slide" Target="slides/slide6.xml"/><Relationship Id="rId22" Type="http://schemas.openxmlformats.org/officeDocument/2006/relationships/font" Target="fonts/ArialBlack-regular.fntdata"/><Relationship Id="rId10" Type="http://schemas.openxmlformats.org/officeDocument/2006/relationships/slide" Target="slides/slide5.xml"/><Relationship Id="rId21" Type="http://schemas.openxmlformats.org/officeDocument/2006/relationships/font" Target="fonts/Tahoma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bba7c077a_0_59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abba7c077a_0_59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bba7c077a_0_14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abba7c077a_0_14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77ccbe057_0_36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877ccbe057_0_36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77ccbe057_0_53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877ccbe057_0_53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14.png"/><Relationship Id="rId7" Type="http://schemas.openxmlformats.org/officeDocument/2006/relationships/image" Target="../media/image17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438026" y="361663"/>
            <a:ext cx="14745459" cy="145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1801017" y="2530150"/>
            <a:ext cx="15433675" cy="6026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731663" y="8212761"/>
            <a:ext cx="3555427" cy="2073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63352" y="9740765"/>
            <a:ext cx="459134" cy="482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14979" y="9880384"/>
            <a:ext cx="365150" cy="406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798936" y="8776174"/>
            <a:ext cx="489063" cy="813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091003" y="8450010"/>
            <a:ext cx="636042" cy="413607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/>
          <p:nvPr/>
        </p:nvSpPr>
        <p:spPr>
          <a:xfrm>
            <a:off x="14731657" y="8212759"/>
            <a:ext cx="3556000" cy="2073275"/>
          </a:xfrm>
          <a:custGeom>
            <a:rect b="b" l="l" r="r" t="t"/>
            <a:pathLst>
              <a:path extrusionOk="0" h="2073275" w="3556000">
                <a:moveTo>
                  <a:pt x="3555428" y="407263"/>
                </a:moveTo>
                <a:lnTo>
                  <a:pt x="3555187" y="135763"/>
                </a:lnTo>
                <a:lnTo>
                  <a:pt x="3555174" y="122186"/>
                </a:lnTo>
                <a:lnTo>
                  <a:pt x="3555060" y="0"/>
                </a:lnTo>
                <a:lnTo>
                  <a:pt x="3330029" y="85217"/>
                </a:lnTo>
                <a:lnTo>
                  <a:pt x="3278454" y="121107"/>
                </a:lnTo>
                <a:lnTo>
                  <a:pt x="3278454" y="1340535"/>
                </a:lnTo>
                <a:lnTo>
                  <a:pt x="3275114" y="1382547"/>
                </a:lnTo>
                <a:lnTo>
                  <a:pt x="3272993" y="1437665"/>
                </a:lnTo>
                <a:lnTo>
                  <a:pt x="3263074" y="1482166"/>
                </a:lnTo>
                <a:lnTo>
                  <a:pt x="3249828" y="1527924"/>
                </a:lnTo>
                <a:lnTo>
                  <a:pt x="3226905" y="1577340"/>
                </a:lnTo>
                <a:lnTo>
                  <a:pt x="3198342" y="1628889"/>
                </a:lnTo>
                <a:lnTo>
                  <a:pt x="3161779" y="1669897"/>
                </a:lnTo>
                <a:lnTo>
                  <a:pt x="3077705" y="1728901"/>
                </a:lnTo>
                <a:lnTo>
                  <a:pt x="3042551" y="1742211"/>
                </a:lnTo>
                <a:lnTo>
                  <a:pt x="3013087" y="1739785"/>
                </a:lnTo>
                <a:lnTo>
                  <a:pt x="2992386" y="1734045"/>
                </a:lnTo>
                <a:lnTo>
                  <a:pt x="2983496" y="1737410"/>
                </a:lnTo>
                <a:lnTo>
                  <a:pt x="2927019" y="1690890"/>
                </a:lnTo>
                <a:lnTo>
                  <a:pt x="2903601" y="1645450"/>
                </a:lnTo>
                <a:lnTo>
                  <a:pt x="2891434" y="1609318"/>
                </a:lnTo>
                <a:lnTo>
                  <a:pt x="2880830" y="1559013"/>
                </a:lnTo>
                <a:lnTo>
                  <a:pt x="2871101" y="1494790"/>
                </a:lnTo>
                <a:lnTo>
                  <a:pt x="2870517" y="1440700"/>
                </a:lnTo>
                <a:lnTo>
                  <a:pt x="2873883" y="1385100"/>
                </a:lnTo>
                <a:lnTo>
                  <a:pt x="2881668" y="1341412"/>
                </a:lnTo>
                <a:lnTo>
                  <a:pt x="2891028" y="1297127"/>
                </a:lnTo>
                <a:lnTo>
                  <a:pt x="2897403" y="1240396"/>
                </a:lnTo>
                <a:lnTo>
                  <a:pt x="2909735" y="1194981"/>
                </a:lnTo>
                <a:lnTo>
                  <a:pt x="2923463" y="1149045"/>
                </a:lnTo>
                <a:lnTo>
                  <a:pt x="2938526" y="1102601"/>
                </a:lnTo>
                <a:lnTo>
                  <a:pt x="2954871" y="1055674"/>
                </a:lnTo>
                <a:lnTo>
                  <a:pt x="2976930" y="1020152"/>
                </a:lnTo>
                <a:lnTo>
                  <a:pt x="2995650" y="972324"/>
                </a:lnTo>
                <a:lnTo>
                  <a:pt x="3015475" y="924077"/>
                </a:lnTo>
                <a:lnTo>
                  <a:pt x="3040850" y="887310"/>
                </a:lnTo>
                <a:lnTo>
                  <a:pt x="3067202" y="850176"/>
                </a:lnTo>
                <a:lnTo>
                  <a:pt x="3097885" y="879284"/>
                </a:lnTo>
                <a:lnTo>
                  <a:pt x="3130143" y="921397"/>
                </a:lnTo>
                <a:lnTo>
                  <a:pt x="3159404" y="964628"/>
                </a:lnTo>
                <a:lnTo>
                  <a:pt x="3185680" y="1009002"/>
                </a:lnTo>
                <a:lnTo>
                  <a:pt x="3208921" y="1054531"/>
                </a:lnTo>
                <a:lnTo>
                  <a:pt x="3229089" y="1101204"/>
                </a:lnTo>
                <a:lnTo>
                  <a:pt x="3246170" y="1149057"/>
                </a:lnTo>
                <a:lnTo>
                  <a:pt x="3260128" y="1198092"/>
                </a:lnTo>
                <a:lnTo>
                  <a:pt x="3266427" y="1236446"/>
                </a:lnTo>
                <a:lnTo>
                  <a:pt x="3274047" y="1287881"/>
                </a:lnTo>
                <a:lnTo>
                  <a:pt x="3278454" y="1340535"/>
                </a:lnTo>
                <a:lnTo>
                  <a:pt x="3278454" y="121107"/>
                </a:lnTo>
                <a:lnTo>
                  <a:pt x="3030131" y="293839"/>
                </a:lnTo>
                <a:lnTo>
                  <a:pt x="2993212" y="334987"/>
                </a:lnTo>
                <a:lnTo>
                  <a:pt x="2975546" y="328091"/>
                </a:lnTo>
                <a:lnTo>
                  <a:pt x="2957639" y="321297"/>
                </a:lnTo>
                <a:lnTo>
                  <a:pt x="2939516" y="314579"/>
                </a:lnTo>
                <a:lnTo>
                  <a:pt x="2921177" y="307949"/>
                </a:lnTo>
                <a:lnTo>
                  <a:pt x="2874264" y="284962"/>
                </a:lnTo>
                <a:lnTo>
                  <a:pt x="2830792" y="274269"/>
                </a:lnTo>
                <a:lnTo>
                  <a:pt x="2786303" y="263956"/>
                </a:lnTo>
                <a:lnTo>
                  <a:pt x="2740850" y="254012"/>
                </a:lnTo>
                <a:lnTo>
                  <a:pt x="2694482" y="244411"/>
                </a:lnTo>
                <a:lnTo>
                  <a:pt x="2647238" y="235140"/>
                </a:lnTo>
                <a:lnTo>
                  <a:pt x="2603665" y="238061"/>
                </a:lnTo>
                <a:lnTo>
                  <a:pt x="2554821" y="229400"/>
                </a:lnTo>
                <a:lnTo>
                  <a:pt x="2463990" y="236626"/>
                </a:lnTo>
                <a:lnTo>
                  <a:pt x="2413114" y="228739"/>
                </a:lnTo>
                <a:lnTo>
                  <a:pt x="2318639" y="237350"/>
                </a:lnTo>
                <a:lnTo>
                  <a:pt x="2275154" y="253809"/>
                </a:lnTo>
                <a:lnTo>
                  <a:pt x="2177923" y="263474"/>
                </a:lnTo>
                <a:lnTo>
                  <a:pt x="1860816" y="383552"/>
                </a:lnTo>
                <a:lnTo>
                  <a:pt x="1819605" y="412737"/>
                </a:lnTo>
                <a:lnTo>
                  <a:pt x="1773948" y="430034"/>
                </a:lnTo>
                <a:lnTo>
                  <a:pt x="1530553" y="603681"/>
                </a:lnTo>
                <a:lnTo>
                  <a:pt x="1495539" y="644105"/>
                </a:lnTo>
                <a:lnTo>
                  <a:pt x="1456448" y="672477"/>
                </a:lnTo>
                <a:lnTo>
                  <a:pt x="1394853" y="750125"/>
                </a:lnTo>
                <a:lnTo>
                  <a:pt x="1360297" y="776795"/>
                </a:lnTo>
                <a:lnTo>
                  <a:pt x="1301711" y="853300"/>
                </a:lnTo>
                <a:lnTo>
                  <a:pt x="1273225" y="891247"/>
                </a:lnTo>
                <a:lnTo>
                  <a:pt x="1249794" y="940866"/>
                </a:lnTo>
                <a:lnTo>
                  <a:pt x="1222425" y="978382"/>
                </a:lnTo>
                <a:lnTo>
                  <a:pt x="1195628" y="1015695"/>
                </a:lnTo>
                <a:lnTo>
                  <a:pt x="1173924" y="1064653"/>
                </a:lnTo>
                <a:lnTo>
                  <a:pt x="1148334" y="1101496"/>
                </a:lnTo>
                <a:lnTo>
                  <a:pt x="1127861" y="1149997"/>
                </a:lnTo>
                <a:lnTo>
                  <a:pt x="1108024" y="1198245"/>
                </a:lnTo>
                <a:lnTo>
                  <a:pt x="1088821" y="1246251"/>
                </a:lnTo>
                <a:lnTo>
                  <a:pt x="1065796" y="1282141"/>
                </a:lnTo>
                <a:lnTo>
                  <a:pt x="1047940" y="1329639"/>
                </a:lnTo>
                <a:lnTo>
                  <a:pt x="1030770" y="1376883"/>
                </a:lnTo>
                <a:lnTo>
                  <a:pt x="1018794" y="1435735"/>
                </a:lnTo>
                <a:lnTo>
                  <a:pt x="1003046" y="1482445"/>
                </a:lnTo>
                <a:lnTo>
                  <a:pt x="988021" y="1528876"/>
                </a:lnTo>
                <a:lnTo>
                  <a:pt x="934897" y="1521828"/>
                </a:lnTo>
                <a:lnTo>
                  <a:pt x="885215" y="1527060"/>
                </a:lnTo>
                <a:lnTo>
                  <a:pt x="830097" y="1520774"/>
                </a:lnTo>
                <a:lnTo>
                  <a:pt x="674128" y="1539087"/>
                </a:lnTo>
                <a:lnTo>
                  <a:pt x="625767" y="1557413"/>
                </a:lnTo>
                <a:lnTo>
                  <a:pt x="572693" y="1563928"/>
                </a:lnTo>
                <a:lnTo>
                  <a:pt x="524065" y="1582343"/>
                </a:lnTo>
                <a:lnTo>
                  <a:pt x="484365" y="1610956"/>
                </a:lnTo>
                <a:lnTo>
                  <a:pt x="440309" y="1627644"/>
                </a:lnTo>
                <a:lnTo>
                  <a:pt x="400926" y="1656130"/>
                </a:lnTo>
                <a:lnTo>
                  <a:pt x="357289" y="1672653"/>
                </a:lnTo>
                <a:lnTo>
                  <a:pt x="280009" y="1729079"/>
                </a:lnTo>
                <a:lnTo>
                  <a:pt x="246468" y="1768944"/>
                </a:lnTo>
                <a:lnTo>
                  <a:pt x="208902" y="1796745"/>
                </a:lnTo>
                <a:lnTo>
                  <a:pt x="176390" y="1836216"/>
                </a:lnTo>
                <a:lnTo>
                  <a:pt x="139966" y="1863598"/>
                </a:lnTo>
                <a:lnTo>
                  <a:pt x="108699" y="1902587"/>
                </a:lnTo>
                <a:lnTo>
                  <a:pt x="78143" y="1941322"/>
                </a:lnTo>
                <a:lnTo>
                  <a:pt x="52870" y="1991639"/>
                </a:lnTo>
                <a:lnTo>
                  <a:pt x="23914" y="2029752"/>
                </a:lnTo>
                <a:lnTo>
                  <a:pt x="0" y="2065972"/>
                </a:lnTo>
                <a:lnTo>
                  <a:pt x="474179" y="2062949"/>
                </a:lnTo>
                <a:lnTo>
                  <a:pt x="478967" y="2061146"/>
                </a:lnTo>
                <a:lnTo>
                  <a:pt x="590308" y="1978240"/>
                </a:lnTo>
                <a:lnTo>
                  <a:pt x="632193" y="1962378"/>
                </a:lnTo>
                <a:lnTo>
                  <a:pt x="669455" y="1934679"/>
                </a:lnTo>
                <a:lnTo>
                  <a:pt x="717905" y="1916341"/>
                </a:lnTo>
                <a:lnTo>
                  <a:pt x="821474" y="1904276"/>
                </a:lnTo>
                <a:lnTo>
                  <a:pt x="871220" y="1899018"/>
                </a:lnTo>
                <a:lnTo>
                  <a:pt x="923531" y="1906371"/>
                </a:lnTo>
                <a:lnTo>
                  <a:pt x="921677" y="1947824"/>
                </a:lnTo>
                <a:lnTo>
                  <a:pt x="915720" y="1977237"/>
                </a:lnTo>
                <a:lnTo>
                  <a:pt x="914679" y="2018372"/>
                </a:lnTo>
                <a:lnTo>
                  <a:pt x="914057" y="2059343"/>
                </a:lnTo>
                <a:lnTo>
                  <a:pt x="914412" y="2072792"/>
                </a:lnTo>
                <a:lnTo>
                  <a:pt x="1645869" y="2067407"/>
                </a:lnTo>
                <a:lnTo>
                  <a:pt x="1636001" y="2030399"/>
                </a:lnTo>
                <a:lnTo>
                  <a:pt x="1618640" y="1982660"/>
                </a:lnTo>
                <a:lnTo>
                  <a:pt x="1597520" y="1936330"/>
                </a:lnTo>
                <a:lnTo>
                  <a:pt x="1572602" y="1891449"/>
                </a:lnTo>
                <a:lnTo>
                  <a:pt x="1549742" y="1859368"/>
                </a:lnTo>
                <a:lnTo>
                  <a:pt x="1519618" y="1816455"/>
                </a:lnTo>
                <a:lnTo>
                  <a:pt x="1491272" y="1786445"/>
                </a:lnTo>
                <a:lnTo>
                  <a:pt x="1455801" y="1745551"/>
                </a:lnTo>
                <a:lnTo>
                  <a:pt x="1422234" y="1717522"/>
                </a:lnTo>
                <a:lnTo>
                  <a:pt x="1386154" y="1690446"/>
                </a:lnTo>
                <a:lnTo>
                  <a:pt x="1360449" y="1673021"/>
                </a:lnTo>
                <a:lnTo>
                  <a:pt x="1347597" y="1664309"/>
                </a:lnTo>
                <a:lnTo>
                  <a:pt x="1359103" y="1605635"/>
                </a:lnTo>
                <a:lnTo>
                  <a:pt x="1376057" y="1558467"/>
                </a:lnTo>
                <a:lnTo>
                  <a:pt x="1393926" y="1510969"/>
                </a:lnTo>
                <a:lnTo>
                  <a:pt x="1408188" y="1451241"/>
                </a:lnTo>
                <a:lnTo>
                  <a:pt x="1427810" y="1403070"/>
                </a:lnTo>
                <a:lnTo>
                  <a:pt x="1448295" y="1354582"/>
                </a:lnTo>
                <a:lnTo>
                  <a:pt x="1469593" y="1305775"/>
                </a:lnTo>
                <a:lnTo>
                  <a:pt x="1496187" y="1268539"/>
                </a:lnTo>
                <a:lnTo>
                  <a:pt x="1519059" y="1219136"/>
                </a:lnTo>
                <a:lnTo>
                  <a:pt x="1547177" y="1181328"/>
                </a:lnTo>
                <a:lnTo>
                  <a:pt x="1571536" y="1131366"/>
                </a:lnTo>
                <a:lnTo>
                  <a:pt x="1601089" y="1093012"/>
                </a:lnTo>
                <a:lnTo>
                  <a:pt x="1631327" y="1054404"/>
                </a:lnTo>
                <a:lnTo>
                  <a:pt x="1693735" y="976452"/>
                </a:lnTo>
                <a:lnTo>
                  <a:pt x="1730375" y="948994"/>
                </a:lnTo>
                <a:lnTo>
                  <a:pt x="1764931" y="908748"/>
                </a:lnTo>
                <a:lnTo>
                  <a:pt x="1804631" y="880135"/>
                </a:lnTo>
                <a:lnTo>
                  <a:pt x="1840382" y="839444"/>
                </a:lnTo>
                <a:lnTo>
                  <a:pt x="1922106" y="781329"/>
                </a:lnTo>
                <a:lnTo>
                  <a:pt x="1967877" y="763993"/>
                </a:lnTo>
                <a:lnTo>
                  <a:pt x="2009305" y="734733"/>
                </a:lnTo>
                <a:lnTo>
                  <a:pt x="2101138" y="699960"/>
                </a:lnTo>
                <a:lnTo>
                  <a:pt x="2142363" y="670763"/>
                </a:lnTo>
                <a:lnTo>
                  <a:pt x="2192312" y="665429"/>
                </a:lnTo>
                <a:lnTo>
                  <a:pt x="2281986" y="631469"/>
                </a:lnTo>
                <a:lnTo>
                  <a:pt x="2425433" y="617893"/>
                </a:lnTo>
                <a:lnTo>
                  <a:pt x="2516809" y="610450"/>
                </a:lnTo>
                <a:lnTo>
                  <a:pt x="2565425" y="619201"/>
                </a:lnTo>
                <a:lnTo>
                  <a:pt x="2608338" y="616521"/>
                </a:lnTo>
                <a:lnTo>
                  <a:pt x="2654477" y="626224"/>
                </a:lnTo>
                <a:lnTo>
                  <a:pt x="2699207" y="636435"/>
                </a:lnTo>
                <a:lnTo>
                  <a:pt x="2742450" y="647217"/>
                </a:lnTo>
                <a:lnTo>
                  <a:pt x="2714307" y="685038"/>
                </a:lnTo>
                <a:lnTo>
                  <a:pt x="2691600" y="734377"/>
                </a:lnTo>
                <a:lnTo>
                  <a:pt x="2665349" y="771486"/>
                </a:lnTo>
                <a:lnTo>
                  <a:pt x="2644584" y="820089"/>
                </a:lnTo>
                <a:lnTo>
                  <a:pt x="2624836" y="868311"/>
                </a:lnTo>
                <a:lnTo>
                  <a:pt x="2606129" y="916127"/>
                </a:lnTo>
                <a:lnTo>
                  <a:pt x="2588501" y="963549"/>
                </a:lnTo>
                <a:lnTo>
                  <a:pt x="2571966" y="1010551"/>
                </a:lnTo>
                <a:lnTo>
                  <a:pt x="2556560" y="1057122"/>
                </a:lnTo>
                <a:lnTo>
                  <a:pt x="2542311" y="1103261"/>
                </a:lnTo>
                <a:lnTo>
                  <a:pt x="2529243" y="1148943"/>
                </a:lnTo>
                <a:lnTo>
                  <a:pt x="2521877" y="1206055"/>
                </a:lnTo>
                <a:lnTo>
                  <a:pt x="2511260" y="1250810"/>
                </a:lnTo>
                <a:lnTo>
                  <a:pt x="2501900" y="1295095"/>
                </a:lnTo>
                <a:lnTo>
                  <a:pt x="2498344" y="1350772"/>
                </a:lnTo>
                <a:lnTo>
                  <a:pt x="2495004" y="1406347"/>
                </a:lnTo>
                <a:lnTo>
                  <a:pt x="2494127" y="1461008"/>
                </a:lnTo>
                <a:lnTo>
                  <a:pt x="2495766" y="1514703"/>
                </a:lnTo>
                <a:lnTo>
                  <a:pt x="2495524" y="1555534"/>
                </a:lnTo>
                <a:lnTo>
                  <a:pt x="2502446" y="1607235"/>
                </a:lnTo>
                <a:lnTo>
                  <a:pt x="2512136" y="1657883"/>
                </a:lnTo>
                <a:lnTo>
                  <a:pt x="2524645" y="1707464"/>
                </a:lnTo>
                <a:lnTo>
                  <a:pt x="2540063" y="1755952"/>
                </a:lnTo>
                <a:lnTo>
                  <a:pt x="2558592" y="1803260"/>
                </a:lnTo>
                <a:lnTo>
                  <a:pt x="2580589" y="1849247"/>
                </a:lnTo>
                <a:lnTo>
                  <a:pt x="2606027" y="1893925"/>
                </a:lnTo>
                <a:lnTo>
                  <a:pt x="2630386" y="1925447"/>
                </a:lnTo>
                <a:lnTo>
                  <a:pt x="2662605" y="1967572"/>
                </a:lnTo>
                <a:lnTo>
                  <a:pt x="2693670" y="1996541"/>
                </a:lnTo>
                <a:lnTo>
                  <a:pt x="2728023" y="2024278"/>
                </a:lnTo>
                <a:lnTo>
                  <a:pt x="2765653" y="2050770"/>
                </a:lnTo>
                <a:lnTo>
                  <a:pt x="3244519" y="2073135"/>
                </a:lnTo>
                <a:lnTo>
                  <a:pt x="3277501" y="2047062"/>
                </a:lnTo>
                <a:lnTo>
                  <a:pt x="3320250" y="2030869"/>
                </a:lnTo>
                <a:lnTo>
                  <a:pt x="3358324" y="2002878"/>
                </a:lnTo>
                <a:lnTo>
                  <a:pt x="3391497" y="1963153"/>
                </a:lnTo>
                <a:lnTo>
                  <a:pt x="3428517" y="1935556"/>
                </a:lnTo>
                <a:lnTo>
                  <a:pt x="3460153" y="1896414"/>
                </a:lnTo>
                <a:lnTo>
                  <a:pt x="3490645" y="1857705"/>
                </a:lnTo>
                <a:lnTo>
                  <a:pt x="3519754" y="1819529"/>
                </a:lnTo>
                <a:lnTo>
                  <a:pt x="3547262" y="1781949"/>
                </a:lnTo>
                <a:lnTo>
                  <a:pt x="3553866" y="1765871"/>
                </a:lnTo>
                <a:lnTo>
                  <a:pt x="3553777" y="1548625"/>
                </a:lnTo>
                <a:lnTo>
                  <a:pt x="3553523" y="896874"/>
                </a:lnTo>
                <a:lnTo>
                  <a:pt x="3525062" y="839749"/>
                </a:lnTo>
                <a:lnTo>
                  <a:pt x="3499828" y="794981"/>
                </a:lnTo>
                <a:lnTo>
                  <a:pt x="3472561" y="750989"/>
                </a:lnTo>
                <a:lnTo>
                  <a:pt x="3443313" y="707745"/>
                </a:lnTo>
                <a:lnTo>
                  <a:pt x="3412121" y="665238"/>
                </a:lnTo>
                <a:lnTo>
                  <a:pt x="3383534" y="635317"/>
                </a:lnTo>
                <a:lnTo>
                  <a:pt x="3348596" y="594233"/>
                </a:lnTo>
                <a:lnTo>
                  <a:pt x="3311842" y="553834"/>
                </a:lnTo>
                <a:lnTo>
                  <a:pt x="3425596" y="470014"/>
                </a:lnTo>
                <a:lnTo>
                  <a:pt x="3468649" y="453707"/>
                </a:lnTo>
                <a:lnTo>
                  <a:pt x="3507435" y="425437"/>
                </a:lnTo>
                <a:lnTo>
                  <a:pt x="3555428" y="407263"/>
                </a:lnTo>
                <a:close/>
              </a:path>
            </a:pathLst>
          </a:custGeom>
          <a:solidFill>
            <a:srgbClr val="FFFFFF">
              <a:alpha val="29803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8672" y="2490120"/>
            <a:ext cx="9096374" cy="521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 txBox="1"/>
          <p:nvPr>
            <p:ph type="ctrTitle"/>
          </p:nvPr>
        </p:nvSpPr>
        <p:spPr>
          <a:xfrm>
            <a:off x="1134974" y="733773"/>
            <a:ext cx="142113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type="title"/>
          </p:nvPr>
        </p:nvSpPr>
        <p:spPr>
          <a:xfrm>
            <a:off x="438026" y="361663"/>
            <a:ext cx="14745459" cy="145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438026" y="361663"/>
            <a:ext cx="14745459" cy="145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8026" y="361663"/>
            <a:ext cx="14745459" cy="145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1801017" y="2530150"/>
            <a:ext cx="15433675" cy="6026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4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9.png"/><Relationship Id="rId13" Type="http://schemas.openxmlformats.org/officeDocument/2006/relationships/image" Target="../media/image7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9" Type="http://schemas.openxmlformats.org/officeDocument/2006/relationships/image" Target="../media/image29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image" Target="../media/image25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31.png"/><Relationship Id="rId8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hyperlink" Target="https://keras.io/api/applications/" TargetMode="External"/><Relationship Id="rId5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3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4.png"/><Relationship Id="rId7" Type="http://schemas.openxmlformats.org/officeDocument/2006/relationships/image" Target="../media/image14.png"/><Relationship Id="rId8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4.png"/><Relationship Id="rId7" Type="http://schemas.openxmlformats.org/officeDocument/2006/relationships/image" Target="../media/image14.png"/><Relationship Id="rId8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0" Type="http://schemas.openxmlformats.org/officeDocument/2006/relationships/image" Target="../media/image39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5.png"/><Relationship Id="rId9" Type="http://schemas.openxmlformats.org/officeDocument/2006/relationships/image" Target="../media/image37.png"/><Relationship Id="rId5" Type="http://schemas.openxmlformats.org/officeDocument/2006/relationships/image" Target="../media/image16.png"/><Relationship Id="rId6" Type="http://schemas.openxmlformats.org/officeDocument/2006/relationships/image" Target="../media/image4.png"/><Relationship Id="rId7" Type="http://schemas.openxmlformats.org/officeDocument/2006/relationships/image" Target="../media/image14.png"/><Relationship Id="rId8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7"/>
          <p:cNvGrpSpPr/>
          <p:nvPr/>
        </p:nvGrpSpPr>
        <p:grpSpPr>
          <a:xfrm>
            <a:off x="0" y="6318193"/>
            <a:ext cx="2908300" cy="3969390"/>
            <a:chOff x="0" y="6318193"/>
            <a:chExt cx="2908300" cy="3969390"/>
          </a:xfrm>
        </p:grpSpPr>
        <p:pic>
          <p:nvPicPr>
            <p:cNvPr id="53" name="Google Shape;53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6318193"/>
              <a:ext cx="2908299" cy="3968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" name="Google Shape;5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8459" y="7006152"/>
              <a:ext cx="456880" cy="9427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55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7990467"/>
              <a:ext cx="590835" cy="1361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381197" y="8010571"/>
              <a:ext cx="681931" cy="7934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142919" y="8926738"/>
              <a:ext cx="425307" cy="6663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7"/>
            <p:cNvSpPr/>
            <p:nvPr/>
          </p:nvSpPr>
          <p:spPr>
            <a:xfrm>
              <a:off x="0" y="6318198"/>
              <a:ext cx="2908300" cy="3969385"/>
            </a:xfrm>
            <a:custGeom>
              <a:rect b="b" l="l" r="r" t="t"/>
              <a:pathLst>
                <a:path extrusionOk="0" h="3969384" w="2908300">
                  <a:moveTo>
                    <a:pt x="2908287" y="1160754"/>
                  </a:moveTo>
                  <a:lnTo>
                    <a:pt x="2895587" y="1137208"/>
                  </a:lnTo>
                  <a:lnTo>
                    <a:pt x="2895587" y="1113955"/>
                  </a:lnTo>
                  <a:lnTo>
                    <a:pt x="2882887" y="1091247"/>
                  </a:lnTo>
                  <a:lnTo>
                    <a:pt x="2857487" y="1052588"/>
                  </a:lnTo>
                  <a:lnTo>
                    <a:pt x="2819387" y="1021842"/>
                  </a:lnTo>
                  <a:lnTo>
                    <a:pt x="2781287" y="999553"/>
                  </a:lnTo>
                  <a:lnTo>
                    <a:pt x="2743187" y="986218"/>
                  </a:lnTo>
                  <a:lnTo>
                    <a:pt x="2692387" y="982370"/>
                  </a:lnTo>
                  <a:lnTo>
                    <a:pt x="2654287" y="988504"/>
                  </a:lnTo>
                  <a:lnTo>
                    <a:pt x="2603487" y="1005166"/>
                  </a:lnTo>
                  <a:lnTo>
                    <a:pt x="2565387" y="1029741"/>
                  </a:lnTo>
                  <a:lnTo>
                    <a:pt x="2514587" y="1055077"/>
                  </a:lnTo>
                  <a:lnTo>
                    <a:pt x="2476487" y="1081151"/>
                  </a:lnTo>
                  <a:lnTo>
                    <a:pt x="2425687" y="1107935"/>
                  </a:lnTo>
                  <a:lnTo>
                    <a:pt x="2387587" y="1135443"/>
                  </a:lnTo>
                  <a:lnTo>
                    <a:pt x="2336787" y="1163650"/>
                  </a:lnTo>
                  <a:lnTo>
                    <a:pt x="2298687" y="1192555"/>
                  </a:lnTo>
                  <a:lnTo>
                    <a:pt x="2247887" y="1222121"/>
                  </a:lnTo>
                  <a:lnTo>
                    <a:pt x="2209787" y="1252347"/>
                  </a:lnTo>
                  <a:lnTo>
                    <a:pt x="2171687" y="1283233"/>
                  </a:lnTo>
                  <a:lnTo>
                    <a:pt x="2133587" y="1314754"/>
                  </a:lnTo>
                  <a:lnTo>
                    <a:pt x="2082787" y="1346911"/>
                  </a:lnTo>
                  <a:lnTo>
                    <a:pt x="2044687" y="1379664"/>
                  </a:lnTo>
                  <a:lnTo>
                    <a:pt x="2006587" y="1413027"/>
                  </a:lnTo>
                  <a:lnTo>
                    <a:pt x="1968487" y="1446974"/>
                  </a:lnTo>
                  <a:lnTo>
                    <a:pt x="1930387" y="1481505"/>
                  </a:lnTo>
                  <a:lnTo>
                    <a:pt x="1892287" y="1516595"/>
                  </a:lnTo>
                  <a:lnTo>
                    <a:pt x="1866887" y="1552232"/>
                  </a:lnTo>
                  <a:lnTo>
                    <a:pt x="1828787" y="1588414"/>
                  </a:lnTo>
                  <a:lnTo>
                    <a:pt x="1790687" y="1625117"/>
                  </a:lnTo>
                  <a:lnTo>
                    <a:pt x="1752587" y="1662341"/>
                  </a:lnTo>
                  <a:lnTo>
                    <a:pt x="1727187" y="1700060"/>
                  </a:lnTo>
                  <a:lnTo>
                    <a:pt x="1701787" y="1725536"/>
                  </a:lnTo>
                  <a:lnTo>
                    <a:pt x="1689087" y="1738261"/>
                  </a:lnTo>
                  <a:lnTo>
                    <a:pt x="1663687" y="1776958"/>
                  </a:lnTo>
                  <a:lnTo>
                    <a:pt x="1625587" y="1816100"/>
                  </a:lnTo>
                  <a:lnTo>
                    <a:pt x="1574787" y="1895741"/>
                  </a:lnTo>
                  <a:lnTo>
                    <a:pt x="1536687" y="1936203"/>
                  </a:lnTo>
                  <a:lnTo>
                    <a:pt x="1485887" y="2018372"/>
                  </a:lnTo>
                  <a:lnTo>
                    <a:pt x="1409687" y="2144496"/>
                  </a:lnTo>
                  <a:lnTo>
                    <a:pt x="1396987" y="2161921"/>
                  </a:lnTo>
                  <a:lnTo>
                    <a:pt x="1396987" y="2179370"/>
                  </a:lnTo>
                  <a:lnTo>
                    <a:pt x="1371587" y="2214359"/>
                  </a:lnTo>
                  <a:lnTo>
                    <a:pt x="1257287" y="2111806"/>
                  </a:lnTo>
                  <a:lnTo>
                    <a:pt x="1219187" y="2085886"/>
                  </a:lnTo>
                  <a:lnTo>
                    <a:pt x="1092187" y="1972335"/>
                  </a:lnTo>
                  <a:lnTo>
                    <a:pt x="1015987" y="1901291"/>
                  </a:lnTo>
                  <a:lnTo>
                    <a:pt x="939787" y="1829308"/>
                  </a:lnTo>
                  <a:lnTo>
                    <a:pt x="914387" y="1792947"/>
                  </a:lnTo>
                  <a:lnTo>
                    <a:pt x="876287" y="1756321"/>
                  </a:lnTo>
                  <a:lnTo>
                    <a:pt x="825487" y="1694243"/>
                  </a:lnTo>
                  <a:lnTo>
                    <a:pt x="774687" y="1630756"/>
                  </a:lnTo>
                  <a:lnTo>
                    <a:pt x="787387" y="1583258"/>
                  </a:lnTo>
                  <a:lnTo>
                    <a:pt x="812787" y="1535633"/>
                  </a:lnTo>
                  <a:lnTo>
                    <a:pt x="825487" y="1487881"/>
                  </a:lnTo>
                  <a:lnTo>
                    <a:pt x="850887" y="1440014"/>
                  </a:lnTo>
                  <a:lnTo>
                    <a:pt x="863587" y="1392008"/>
                  </a:lnTo>
                  <a:lnTo>
                    <a:pt x="888987" y="1343875"/>
                  </a:lnTo>
                  <a:lnTo>
                    <a:pt x="1003287" y="904532"/>
                  </a:lnTo>
                  <a:lnTo>
                    <a:pt x="1003287" y="854989"/>
                  </a:lnTo>
                  <a:lnTo>
                    <a:pt x="1015987" y="805294"/>
                  </a:lnTo>
                  <a:lnTo>
                    <a:pt x="1015987" y="705446"/>
                  </a:lnTo>
                  <a:lnTo>
                    <a:pt x="1028687" y="655281"/>
                  </a:lnTo>
                  <a:lnTo>
                    <a:pt x="1028687" y="525487"/>
                  </a:lnTo>
                  <a:lnTo>
                    <a:pt x="1015987" y="479348"/>
                  </a:lnTo>
                  <a:lnTo>
                    <a:pt x="1015987" y="432422"/>
                  </a:lnTo>
                  <a:lnTo>
                    <a:pt x="990587" y="337731"/>
                  </a:lnTo>
                  <a:lnTo>
                    <a:pt x="939787" y="244513"/>
                  </a:lnTo>
                  <a:lnTo>
                    <a:pt x="914387" y="199415"/>
                  </a:lnTo>
                  <a:lnTo>
                    <a:pt x="888987" y="164363"/>
                  </a:lnTo>
                  <a:lnTo>
                    <a:pt x="850887" y="132397"/>
                  </a:lnTo>
                  <a:lnTo>
                    <a:pt x="812787" y="103632"/>
                  </a:lnTo>
                  <a:lnTo>
                    <a:pt x="774687" y="78155"/>
                  </a:lnTo>
                  <a:lnTo>
                    <a:pt x="736587" y="56083"/>
                  </a:lnTo>
                  <a:lnTo>
                    <a:pt x="698487" y="37490"/>
                  </a:lnTo>
                  <a:lnTo>
                    <a:pt x="647687" y="22479"/>
                  </a:lnTo>
                  <a:lnTo>
                    <a:pt x="622287" y="14935"/>
                  </a:lnTo>
                  <a:lnTo>
                    <a:pt x="622287" y="515759"/>
                  </a:lnTo>
                  <a:lnTo>
                    <a:pt x="622287" y="682904"/>
                  </a:lnTo>
                  <a:lnTo>
                    <a:pt x="609587" y="732040"/>
                  </a:lnTo>
                  <a:lnTo>
                    <a:pt x="609587" y="781265"/>
                  </a:lnTo>
                  <a:lnTo>
                    <a:pt x="584187" y="879919"/>
                  </a:lnTo>
                  <a:lnTo>
                    <a:pt x="584187" y="929322"/>
                  </a:lnTo>
                  <a:lnTo>
                    <a:pt x="533387" y="1127442"/>
                  </a:lnTo>
                  <a:lnTo>
                    <a:pt x="507987" y="1177048"/>
                  </a:lnTo>
                  <a:lnTo>
                    <a:pt x="482587" y="1085481"/>
                  </a:lnTo>
                  <a:lnTo>
                    <a:pt x="457187" y="1039152"/>
                  </a:lnTo>
                  <a:lnTo>
                    <a:pt x="419087" y="898207"/>
                  </a:lnTo>
                  <a:lnTo>
                    <a:pt x="419087" y="850620"/>
                  </a:lnTo>
                  <a:lnTo>
                    <a:pt x="393687" y="754646"/>
                  </a:lnTo>
                  <a:lnTo>
                    <a:pt x="393687" y="706272"/>
                  </a:lnTo>
                  <a:lnTo>
                    <a:pt x="380987" y="657669"/>
                  </a:lnTo>
                  <a:lnTo>
                    <a:pt x="380987" y="518464"/>
                  </a:lnTo>
                  <a:lnTo>
                    <a:pt x="393687" y="472236"/>
                  </a:lnTo>
                  <a:lnTo>
                    <a:pt x="419087" y="433755"/>
                  </a:lnTo>
                  <a:lnTo>
                    <a:pt x="457187" y="409359"/>
                  </a:lnTo>
                  <a:lnTo>
                    <a:pt x="495287" y="404101"/>
                  </a:lnTo>
                  <a:lnTo>
                    <a:pt x="533387" y="411187"/>
                  </a:lnTo>
                  <a:lnTo>
                    <a:pt x="571487" y="426300"/>
                  </a:lnTo>
                  <a:lnTo>
                    <a:pt x="596887" y="445096"/>
                  </a:lnTo>
                  <a:lnTo>
                    <a:pt x="609587" y="475157"/>
                  </a:lnTo>
                  <a:lnTo>
                    <a:pt x="622287" y="515759"/>
                  </a:lnTo>
                  <a:lnTo>
                    <a:pt x="622287" y="14935"/>
                  </a:lnTo>
                  <a:lnTo>
                    <a:pt x="609587" y="11163"/>
                  </a:lnTo>
                  <a:lnTo>
                    <a:pt x="558787" y="3644"/>
                  </a:lnTo>
                  <a:lnTo>
                    <a:pt x="507987" y="0"/>
                  </a:lnTo>
                  <a:lnTo>
                    <a:pt x="495287" y="114"/>
                  </a:lnTo>
                  <a:lnTo>
                    <a:pt x="482587" y="228"/>
                  </a:lnTo>
                  <a:lnTo>
                    <a:pt x="419087" y="4775"/>
                  </a:lnTo>
                  <a:lnTo>
                    <a:pt x="380987" y="11239"/>
                  </a:lnTo>
                  <a:lnTo>
                    <a:pt x="330187" y="26289"/>
                  </a:lnTo>
                  <a:lnTo>
                    <a:pt x="304787" y="34683"/>
                  </a:lnTo>
                  <a:lnTo>
                    <a:pt x="241287" y="63195"/>
                  </a:lnTo>
                  <a:lnTo>
                    <a:pt x="203187" y="86550"/>
                  </a:lnTo>
                  <a:lnTo>
                    <a:pt x="165087" y="113017"/>
                  </a:lnTo>
                  <a:lnTo>
                    <a:pt x="139687" y="142494"/>
                  </a:lnTo>
                  <a:lnTo>
                    <a:pt x="114287" y="174866"/>
                  </a:lnTo>
                  <a:lnTo>
                    <a:pt x="76187" y="210032"/>
                  </a:lnTo>
                  <a:lnTo>
                    <a:pt x="63487" y="247891"/>
                  </a:lnTo>
                  <a:lnTo>
                    <a:pt x="38087" y="288315"/>
                  </a:lnTo>
                  <a:lnTo>
                    <a:pt x="12687" y="331216"/>
                  </a:lnTo>
                  <a:lnTo>
                    <a:pt x="0" y="376466"/>
                  </a:lnTo>
                  <a:lnTo>
                    <a:pt x="0" y="833196"/>
                  </a:lnTo>
                  <a:lnTo>
                    <a:pt x="12687" y="882357"/>
                  </a:lnTo>
                  <a:lnTo>
                    <a:pt x="12687" y="931291"/>
                  </a:lnTo>
                  <a:lnTo>
                    <a:pt x="76187" y="1171917"/>
                  </a:lnTo>
                  <a:lnTo>
                    <a:pt x="101587" y="1219161"/>
                  </a:lnTo>
                  <a:lnTo>
                    <a:pt x="126987" y="1312684"/>
                  </a:lnTo>
                  <a:lnTo>
                    <a:pt x="152387" y="1358938"/>
                  </a:lnTo>
                  <a:lnTo>
                    <a:pt x="165087" y="1404848"/>
                  </a:lnTo>
                  <a:lnTo>
                    <a:pt x="241287" y="1540344"/>
                  </a:lnTo>
                  <a:lnTo>
                    <a:pt x="253987" y="1584731"/>
                  </a:lnTo>
                  <a:lnTo>
                    <a:pt x="304787" y="1672272"/>
                  </a:lnTo>
                  <a:lnTo>
                    <a:pt x="292087" y="1716328"/>
                  </a:lnTo>
                  <a:lnTo>
                    <a:pt x="266687" y="1760334"/>
                  </a:lnTo>
                  <a:lnTo>
                    <a:pt x="253987" y="1804301"/>
                  </a:lnTo>
                  <a:lnTo>
                    <a:pt x="177787" y="1935873"/>
                  </a:lnTo>
                  <a:lnTo>
                    <a:pt x="165087" y="1979612"/>
                  </a:lnTo>
                  <a:lnTo>
                    <a:pt x="101587" y="2088654"/>
                  </a:lnTo>
                  <a:lnTo>
                    <a:pt x="88887" y="2110422"/>
                  </a:lnTo>
                  <a:lnTo>
                    <a:pt x="50787" y="2202218"/>
                  </a:lnTo>
                  <a:lnTo>
                    <a:pt x="25387" y="2250998"/>
                  </a:lnTo>
                  <a:lnTo>
                    <a:pt x="0" y="2303335"/>
                  </a:lnTo>
                  <a:lnTo>
                    <a:pt x="0" y="3682669"/>
                  </a:lnTo>
                  <a:lnTo>
                    <a:pt x="25387" y="3729545"/>
                  </a:lnTo>
                  <a:lnTo>
                    <a:pt x="50787" y="3824376"/>
                  </a:lnTo>
                  <a:lnTo>
                    <a:pt x="76187" y="3872306"/>
                  </a:lnTo>
                  <a:lnTo>
                    <a:pt x="101587" y="3968813"/>
                  </a:lnTo>
                  <a:lnTo>
                    <a:pt x="520687" y="3968813"/>
                  </a:lnTo>
                  <a:lnTo>
                    <a:pt x="507987" y="3927310"/>
                  </a:lnTo>
                  <a:lnTo>
                    <a:pt x="457187" y="3735959"/>
                  </a:lnTo>
                  <a:lnTo>
                    <a:pt x="431787" y="3689070"/>
                  </a:lnTo>
                  <a:lnTo>
                    <a:pt x="406387" y="3596436"/>
                  </a:lnTo>
                  <a:lnTo>
                    <a:pt x="380987" y="3550704"/>
                  </a:lnTo>
                  <a:lnTo>
                    <a:pt x="368287" y="3505377"/>
                  </a:lnTo>
                  <a:lnTo>
                    <a:pt x="317487" y="3415919"/>
                  </a:lnTo>
                  <a:lnTo>
                    <a:pt x="304787" y="3371812"/>
                  </a:lnTo>
                  <a:lnTo>
                    <a:pt x="253987" y="3284817"/>
                  </a:lnTo>
                  <a:lnTo>
                    <a:pt x="177787" y="3157512"/>
                  </a:lnTo>
                  <a:lnTo>
                    <a:pt x="101587" y="3034106"/>
                  </a:lnTo>
                  <a:lnTo>
                    <a:pt x="114287" y="2987116"/>
                  </a:lnTo>
                  <a:lnTo>
                    <a:pt x="139687" y="2940520"/>
                  </a:lnTo>
                  <a:lnTo>
                    <a:pt x="152387" y="2894355"/>
                  </a:lnTo>
                  <a:lnTo>
                    <a:pt x="203187" y="2803461"/>
                  </a:lnTo>
                  <a:lnTo>
                    <a:pt x="215887" y="2758795"/>
                  </a:lnTo>
                  <a:lnTo>
                    <a:pt x="266687" y="2671165"/>
                  </a:lnTo>
                  <a:lnTo>
                    <a:pt x="279387" y="2628277"/>
                  </a:lnTo>
                  <a:lnTo>
                    <a:pt x="406387" y="2386850"/>
                  </a:lnTo>
                  <a:lnTo>
                    <a:pt x="457187" y="2295982"/>
                  </a:lnTo>
                  <a:lnTo>
                    <a:pt x="469887" y="2252802"/>
                  </a:lnTo>
                  <a:lnTo>
                    <a:pt x="546087" y="2122767"/>
                  </a:lnTo>
                  <a:lnTo>
                    <a:pt x="558787" y="2079244"/>
                  </a:lnTo>
                  <a:lnTo>
                    <a:pt x="584187" y="2035644"/>
                  </a:lnTo>
                  <a:lnTo>
                    <a:pt x="622287" y="2071458"/>
                  </a:lnTo>
                  <a:lnTo>
                    <a:pt x="647687" y="2106828"/>
                  </a:lnTo>
                  <a:lnTo>
                    <a:pt x="685787" y="2141753"/>
                  </a:lnTo>
                  <a:lnTo>
                    <a:pt x="723887" y="2176259"/>
                  </a:lnTo>
                  <a:lnTo>
                    <a:pt x="761987" y="2210371"/>
                  </a:lnTo>
                  <a:lnTo>
                    <a:pt x="787387" y="2244128"/>
                  </a:lnTo>
                  <a:lnTo>
                    <a:pt x="825487" y="2277516"/>
                  </a:lnTo>
                  <a:lnTo>
                    <a:pt x="863587" y="2310587"/>
                  </a:lnTo>
                  <a:lnTo>
                    <a:pt x="901687" y="2343353"/>
                  </a:lnTo>
                  <a:lnTo>
                    <a:pt x="977887" y="2408059"/>
                  </a:lnTo>
                  <a:lnTo>
                    <a:pt x="1054087" y="2471801"/>
                  </a:lnTo>
                  <a:lnTo>
                    <a:pt x="1219187" y="2608542"/>
                  </a:lnTo>
                  <a:lnTo>
                    <a:pt x="1155687" y="2863329"/>
                  </a:lnTo>
                  <a:lnTo>
                    <a:pt x="1155687" y="2914243"/>
                  </a:lnTo>
                  <a:lnTo>
                    <a:pt x="1142987" y="2965081"/>
                  </a:lnTo>
                  <a:lnTo>
                    <a:pt x="1142987" y="3015831"/>
                  </a:lnTo>
                  <a:lnTo>
                    <a:pt x="1130287" y="3066465"/>
                  </a:lnTo>
                  <a:lnTo>
                    <a:pt x="1130287" y="3217430"/>
                  </a:lnTo>
                  <a:lnTo>
                    <a:pt x="1142987" y="3267379"/>
                  </a:lnTo>
                  <a:lnTo>
                    <a:pt x="1142987" y="3366541"/>
                  </a:lnTo>
                  <a:lnTo>
                    <a:pt x="1155687" y="3415728"/>
                  </a:lnTo>
                  <a:lnTo>
                    <a:pt x="1155687" y="3464610"/>
                  </a:lnTo>
                  <a:lnTo>
                    <a:pt x="1193787" y="3609225"/>
                  </a:lnTo>
                  <a:lnTo>
                    <a:pt x="1206487" y="3648519"/>
                  </a:lnTo>
                  <a:lnTo>
                    <a:pt x="1219187" y="3690518"/>
                  </a:lnTo>
                  <a:lnTo>
                    <a:pt x="1244587" y="3779990"/>
                  </a:lnTo>
                  <a:lnTo>
                    <a:pt x="1295387" y="3872331"/>
                  </a:lnTo>
                  <a:lnTo>
                    <a:pt x="1333487" y="3917924"/>
                  </a:lnTo>
                  <a:lnTo>
                    <a:pt x="1371587" y="3962247"/>
                  </a:lnTo>
                  <a:lnTo>
                    <a:pt x="1371587" y="3968813"/>
                  </a:lnTo>
                  <a:lnTo>
                    <a:pt x="2285987" y="3968813"/>
                  </a:lnTo>
                  <a:lnTo>
                    <a:pt x="2298687" y="3965016"/>
                  </a:lnTo>
                  <a:lnTo>
                    <a:pt x="2324087" y="3926878"/>
                  </a:lnTo>
                  <a:lnTo>
                    <a:pt x="2336787" y="3886873"/>
                  </a:lnTo>
                  <a:lnTo>
                    <a:pt x="2362187" y="3845280"/>
                  </a:lnTo>
                  <a:lnTo>
                    <a:pt x="2400287" y="3713416"/>
                  </a:lnTo>
                  <a:lnTo>
                    <a:pt x="2400287" y="3530650"/>
                  </a:lnTo>
                  <a:lnTo>
                    <a:pt x="2387587" y="3485426"/>
                  </a:lnTo>
                  <a:lnTo>
                    <a:pt x="2387587" y="3440900"/>
                  </a:lnTo>
                  <a:lnTo>
                    <a:pt x="2374887" y="3397326"/>
                  </a:lnTo>
                  <a:lnTo>
                    <a:pt x="2349487" y="3349802"/>
                  </a:lnTo>
                  <a:lnTo>
                    <a:pt x="2324087" y="3257499"/>
                  </a:lnTo>
                  <a:lnTo>
                    <a:pt x="2298687" y="3212655"/>
                  </a:lnTo>
                  <a:lnTo>
                    <a:pt x="2273287" y="3168650"/>
                  </a:lnTo>
                  <a:lnTo>
                    <a:pt x="2247887" y="3125444"/>
                  </a:lnTo>
                  <a:lnTo>
                    <a:pt x="2222487" y="3083026"/>
                  </a:lnTo>
                  <a:lnTo>
                    <a:pt x="2197087" y="3041345"/>
                  </a:lnTo>
                  <a:lnTo>
                    <a:pt x="2171687" y="3000375"/>
                  </a:lnTo>
                  <a:lnTo>
                    <a:pt x="2146287" y="2960103"/>
                  </a:lnTo>
                  <a:lnTo>
                    <a:pt x="2120887" y="2920492"/>
                  </a:lnTo>
                  <a:lnTo>
                    <a:pt x="2082787" y="2881503"/>
                  </a:lnTo>
                  <a:lnTo>
                    <a:pt x="2057387" y="2843123"/>
                  </a:lnTo>
                  <a:lnTo>
                    <a:pt x="2019287" y="2805303"/>
                  </a:lnTo>
                  <a:lnTo>
                    <a:pt x="1993887" y="2768028"/>
                  </a:lnTo>
                  <a:lnTo>
                    <a:pt x="1993887" y="3546183"/>
                  </a:lnTo>
                  <a:lnTo>
                    <a:pt x="1993887" y="3679202"/>
                  </a:lnTo>
                  <a:lnTo>
                    <a:pt x="1968487" y="3721100"/>
                  </a:lnTo>
                  <a:lnTo>
                    <a:pt x="1930387" y="3752799"/>
                  </a:lnTo>
                  <a:lnTo>
                    <a:pt x="1879587" y="3766286"/>
                  </a:lnTo>
                  <a:lnTo>
                    <a:pt x="1828787" y="3768471"/>
                  </a:lnTo>
                  <a:lnTo>
                    <a:pt x="1777987" y="3761003"/>
                  </a:lnTo>
                  <a:lnTo>
                    <a:pt x="1739887" y="3745585"/>
                  </a:lnTo>
                  <a:lnTo>
                    <a:pt x="1701787" y="3723868"/>
                  </a:lnTo>
                  <a:lnTo>
                    <a:pt x="1676387" y="3696144"/>
                  </a:lnTo>
                  <a:lnTo>
                    <a:pt x="1638287" y="3661486"/>
                  </a:lnTo>
                  <a:lnTo>
                    <a:pt x="1625587" y="3618839"/>
                  </a:lnTo>
                  <a:lnTo>
                    <a:pt x="1600187" y="3567099"/>
                  </a:lnTo>
                  <a:lnTo>
                    <a:pt x="1587487" y="3505200"/>
                  </a:lnTo>
                  <a:lnTo>
                    <a:pt x="1549387" y="3363214"/>
                  </a:lnTo>
                  <a:lnTo>
                    <a:pt x="1549387" y="3315195"/>
                  </a:lnTo>
                  <a:lnTo>
                    <a:pt x="1536687" y="3266897"/>
                  </a:lnTo>
                  <a:lnTo>
                    <a:pt x="1536687" y="3066440"/>
                  </a:lnTo>
                  <a:lnTo>
                    <a:pt x="1549387" y="3014675"/>
                  </a:lnTo>
                  <a:lnTo>
                    <a:pt x="1549387" y="2962808"/>
                  </a:lnTo>
                  <a:lnTo>
                    <a:pt x="1562087" y="2910878"/>
                  </a:lnTo>
                  <a:lnTo>
                    <a:pt x="1638287" y="2986062"/>
                  </a:lnTo>
                  <a:lnTo>
                    <a:pt x="1714487" y="3062401"/>
                  </a:lnTo>
                  <a:lnTo>
                    <a:pt x="1739887" y="3101111"/>
                  </a:lnTo>
                  <a:lnTo>
                    <a:pt x="1777987" y="3140227"/>
                  </a:lnTo>
                  <a:lnTo>
                    <a:pt x="1828787" y="3219843"/>
                  </a:lnTo>
                  <a:lnTo>
                    <a:pt x="1866887" y="3260433"/>
                  </a:lnTo>
                  <a:lnTo>
                    <a:pt x="1892287" y="3301593"/>
                  </a:lnTo>
                  <a:lnTo>
                    <a:pt x="1904987" y="3343364"/>
                  </a:lnTo>
                  <a:lnTo>
                    <a:pt x="1955787" y="3428898"/>
                  </a:lnTo>
                  <a:lnTo>
                    <a:pt x="1981187" y="3517354"/>
                  </a:lnTo>
                  <a:lnTo>
                    <a:pt x="1993887" y="3546183"/>
                  </a:lnTo>
                  <a:lnTo>
                    <a:pt x="1993887" y="2768028"/>
                  </a:lnTo>
                  <a:lnTo>
                    <a:pt x="1955787" y="2731274"/>
                  </a:lnTo>
                  <a:lnTo>
                    <a:pt x="1917687" y="2694990"/>
                  </a:lnTo>
                  <a:lnTo>
                    <a:pt x="1879587" y="2659176"/>
                  </a:lnTo>
                  <a:lnTo>
                    <a:pt x="1841487" y="2623769"/>
                  </a:lnTo>
                  <a:lnTo>
                    <a:pt x="1803387" y="2588768"/>
                  </a:lnTo>
                  <a:lnTo>
                    <a:pt x="1777987" y="2554135"/>
                  </a:lnTo>
                  <a:lnTo>
                    <a:pt x="1739887" y="2519832"/>
                  </a:lnTo>
                  <a:lnTo>
                    <a:pt x="1701787" y="2485847"/>
                  </a:lnTo>
                  <a:lnTo>
                    <a:pt x="1714487" y="2444191"/>
                  </a:lnTo>
                  <a:lnTo>
                    <a:pt x="1739887" y="2402751"/>
                  </a:lnTo>
                  <a:lnTo>
                    <a:pt x="1752587" y="2361552"/>
                  </a:lnTo>
                  <a:lnTo>
                    <a:pt x="1854187" y="2199525"/>
                  </a:lnTo>
                  <a:lnTo>
                    <a:pt x="1904987" y="2120468"/>
                  </a:lnTo>
                  <a:lnTo>
                    <a:pt x="1943087" y="2081517"/>
                  </a:lnTo>
                  <a:lnTo>
                    <a:pt x="1993887" y="2004834"/>
                  </a:lnTo>
                  <a:lnTo>
                    <a:pt x="2031987" y="1967153"/>
                  </a:lnTo>
                  <a:lnTo>
                    <a:pt x="2057387" y="1929930"/>
                  </a:lnTo>
                  <a:lnTo>
                    <a:pt x="2095487" y="1893214"/>
                  </a:lnTo>
                  <a:lnTo>
                    <a:pt x="2133587" y="1856994"/>
                  </a:lnTo>
                  <a:lnTo>
                    <a:pt x="2171687" y="1821307"/>
                  </a:lnTo>
                  <a:lnTo>
                    <a:pt x="2197087" y="1786166"/>
                  </a:lnTo>
                  <a:lnTo>
                    <a:pt x="2235187" y="1751609"/>
                  </a:lnTo>
                  <a:lnTo>
                    <a:pt x="2273287" y="1717636"/>
                  </a:lnTo>
                  <a:lnTo>
                    <a:pt x="2311387" y="1684286"/>
                  </a:lnTo>
                  <a:lnTo>
                    <a:pt x="2362187" y="1651558"/>
                  </a:lnTo>
                  <a:lnTo>
                    <a:pt x="2400287" y="1619504"/>
                  </a:lnTo>
                  <a:lnTo>
                    <a:pt x="2438387" y="1588109"/>
                  </a:lnTo>
                  <a:lnTo>
                    <a:pt x="2476487" y="1557426"/>
                  </a:lnTo>
                  <a:lnTo>
                    <a:pt x="2527287" y="1527454"/>
                  </a:lnTo>
                  <a:lnTo>
                    <a:pt x="2565387" y="1498231"/>
                  </a:lnTo>
                  <a:lnTo>
                    <a:pt x="2616187" y="1469758"/>
                  </a:lnTo>
                  <a:lnTo>
                    <a:pt x="2654287" y="1442072"/>
                  </a:lnTo>
                  <a:lnTo>
                    <a:pt x="2705087" y="1415186"/>
                  </a:lnTo>
                  <a:lnTo>
                    <a:pt x="2743187" y="1389126"/>
                  </a:lnTo>
                  <a:lnTo>
                    <a:pt x="2793987" y="1363916"/>
                  </a:lnTo>
                  <a:lnTo>
                    <a:pt x="2832087" y="1338427"/>
                  </a:lnTo>
                  <a:lnTo>
                    <a:pt x="2857487" y="1306182"/>
                  </a:lnTo>
                  <a:lnTo>
                    <a:pt x="2882887" y="1268742"/>
                  </a:lnTo>
                  <a:lnTo>
                    <a:pt x="2908287" y="1185672"/>
                  </a:lnTo>
                  <a:lnTo>
                    <a:pt x="2908287" y="1160754"/>
                  </a:lnTo>
                  <a:close/>
                </a:path>
              </a:pathLst>
            </a:custGeom>
            <a:solidFill>
              <a:srgbClr val="FFFFFF">
                <a:alpha val="2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" name="Google Shape;59;p7"/>
          <p:cNvGrpSpPr/>
          <p:nvPr/>
        </p:nvGrpSpPr>
        <p:grpSpPr>
          <a:xfrm>
            <a:off x="15379687" y="6318193"/>
            <a:ext cx="2908310" cy="3969390"/>
            <a:chOff x="15379687" y="6318193"/>
            <a:chExt cx="2908310" cy="3969390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5379698" y="6318193"/>
              <a:ext cx="2908299" cy="3968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7312571" y="7006153"/>
              <a:ext cx="456880" cy="9427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62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7697076" y="7990467"/>
              <a:ext cx="590921" cy="1361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6224783" y="8010571"/>
              <a:ext cx="681931" cy="7934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Google Shape;64;p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6719685" y="8926738"/>
              <a:ext cx="425307" cy="6663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7"/>
            <p:cNvSpPr/>
            <p:nvPr/>
          </p:nvSpPr>
          <p:spPr>
            <a:xfrm>
              <a:off x="15379687" y="6318198"/>
              <a:ext cx="2908300" cy="3969385"/>
            </a:xfrm>
            <a:custGeom>
              <a:rect b="b" l="l" r="r" t="t"/>
              <a:pathLst>
                <a:path extrusionOk="0" h="3969384" w="2908300">
                  <a:moveTo>
                    <a:pt x="2908300" y="376466"/>
                  </a:moveTo>
                  <a:lnTo>
                    <a:pt x="2895600" y="331216"/>
                  </a:lnTo>
                  <a:lnTo>
                    <a:pt x="2870200" y="288315"/>
                  </a:lnTo>
                  <a:lnTo>
                    <a:pt x="2844800" y="247891"/>
                  </a:lnTo>
                  <a:lnTo>
                    <a:pt x="2832100" y="210032"/>
                  </a:lnTo>
                  <a:lnTo>
                    <a:pt x="2794000" y="174866"/>
                  </a:lnTo>
                  <a:lnTo>
                    <a:pt x="2768600" y="142494"/>
                  </a:lnTo>
                  <a:lnTo>
                    <a:pt x="2743200" y="113017"/>
                  </a:lnTo>
                  <a:lnTo>
                    <a:pt x="2705100" y="86550"/>
                  </a:lnTo>
                  <a:lnTo>
                    <a:pt x="2667000" y="63195"/>
                  </a:lnTo>
                  <a:lnTo>
                    <a:pt x="2628900" y="43078"/>
                  </a:lnTo>
                  <a:lnTo>
                    <a:pt x="2590800" y="30492"/>
                  </a:lnTo>
                  <a:lnTo>
                    <a:pt x="2578100" y="26289"/>
                  </a:lnTo>
                  <a:lnTo>
                    <a:pt x="2540000" y="13398"/>
                  </a:lnTo>
                  <a:lnTo>
                    <a:pt x="2527300" y="11239"/>
                  </a:lnTo>
                  <a:lnTo>
                    <a:pt x="2527300" y="518464"/>
                  </a:lnTo>
                  <a:lnTo>
                    <a:pt x="2527300" y="657669"/>
                  </a:lnTo>
                  <a:lnTo>
                    <a:pt x="2514600" y="706272"/>
                  </a:lnTo>
                  <a:lnTo>
                    <a:pt x="2514600" y="754646"/>
                  </a:lnTo>
                  <a:lnTo>
                    <a:pt x="2489200" y="850620"/>
                  </a:lnTo>
                  <a:lnTo>
                    <a:pt x="2489200" y="898207"/>
                  </a:lnTo>
                  <a:lnTo>
                    <a:pt x="2451100" y="1039152"/>
                  </a:lnTo>
                  <a:lnTo>
                    <a:pt x="2425700" y="1085481"/>
                  </a:lnTo>
                  <a:lnTo>
                    <a:pt x="2400300" y="1177048"/>
                  </a:lnTo>
                  <a:lnTo>
                    <a:pt x="2374900" y="1127442"/>
                  </a:lnTo>
                  <a:lnTo>
                    <a:pt x="2324100" y="929322"/>
                  </a:lnTo>
                  <a:lnTo>
                    <a:pt x="2324100" y="879919"/>
                  </a:lnTo>
                  <a:lnTo>
                    <a:pt x="2298700" y="781265"/>
                  </a:lnTo>
                  <a:lnTo>
                    <a:pt x="2298700" y="732040"/>
                  </a:lnTo>
                  <a:lnTo>
                    <a:pt x="2286000" y="682904"/>
                  </a:lnTo>
                  <a:lnTo>
                    <a:pt x="2286000" y="515759"/>
                  </a:lnTo>
                  <a:lnTo>
                    <a:pt x="2298700" y="475157"/>
                  </a:lnTo>
                  <a:lnTo>
                    <a:pt x="2336800" y="426300"/>
                  </a:lnTo>
                  <a:lnTo>
                    <a:pt x="2374900" y="411187"/>
                  </a:lnTo>
                  <a:lnTo>
                    <a:pt x="2413000" y="404101"/>
                  </a:lnTo>
                  <a:lnTo>
                    <a:pt x="2451100" y="409359"/>
                  </a:lnTo>
                  <a:lnTo>
                    <a:pt x="2489200" y="433755"/>
                  </a:lnTo>
                  <a:lnTo>
                    <a:pt x="2514600" y="472236"/>
                  </a:lnTo>
                  <a:lnTo>
                    <a:pt x="2527300" y="518464"/>
                  </a:lnTo>
                  <a:lnTo>
                    <a:pt x="2527300" y="11239"/>
                  </a:lnTo>
                  <a:lnTo>
                    <a:pt x="2489200" y="4775"/>
                  </a:lnTo>
                  <a:lnTo>
                    <a:pt x="2438400" y="342"/>
                  </a:lnTo>
                  <a:lnTo>
                    <a:pt x="2425700" y="228"/>
                  </a:lnTo>
                  <a:lnTo>
                    <a:pt x="2413000" y="114"/>
                  </a:lnTo>
                  <a:lnTo>
                    <a:pt x="2400300" y="0"/>
                  </a:lnTo>
                  <a:lnTo>
                    <a:pt x="2349500" y="3644"/>
                  </a:lnTo>
                  <a:lnTo>
                    <a:pt x="2298700" y="11163"/>
                  </a:lnTo>
                  <a:lnTo>
                    <a:pt x="2286000" y="14935"/>
                  </a:lnTo>
                  <a:lnTo>
                    <a:pt x="2260600" y="22479"/>
                  </a:lnTo>
                  <a:lnTo>
                    <a:pt x="2209800" y="37490"/>
                  </a:lnTo>
                  <a:lnTo>
                    <a:pt x="2171700" y="56083"/>
                  </a:lnTo>
                  <a:lnTo>
                    <a:pt x="2133600" y="78155"/>
                  </a:lnTo>
                  <a:lnTo>
                    <a:pt x="2095500" y="103632"/>
                  </a:lnTo>
                  <a:lnTo>
                    <a:pt x="2057400" y="132397"/>
                  </a:lnTo>
                  <a:lnTo>
                    <a:pt x="2019300" y="164363"/>
                  </a:lnTo>
                  <a:lnTo>
                    <a:pt x="1993900" y="199415"/>
                  </a:lnTo>
                  <a:lnTo>
                    <a:pt x="1968500" y="244513"/>
                  </a:lnTo>
                  <a:lnTo>
                    <a:pt x="1917700" y="337731"/>
                  </a:lnTo>
                  <a:lnTo>
                    <a:pt x="1892300" y="432422"/>
                  </a:lnTo>
                  <a:lnTo>
                    <a:pt x="1892300" y="479348"/>
                  </a:lnTo>
                  <a:lnTo>
                    <a:pt x="1879600" y="525487"/>
                  </a:lnTo>
                  <a:lnTo>
                    <a:pt x="1879600" y="655281"/>
                  </a:lnTo>
                  <a:lnTo>
                    <a:pt x="1892300" y="705446"/>
                  </a:lnTo>
                  <a:lnTo>
                    <a:pt x="1892300" y="805294"/>
                  </a:lnTo>
                  <a:lnTo>
                    <a:pt x="1905000" y="854989"/>
                  </a:lnTo>
                  <a:lnTo>
                    <a:pt x="1905000" y="904532"/>
                  </a:lnTo>
                  <a:lnTo>
                    <a:pt x="2019300" y="1343875"/>
                  </a:lnTo>
                  <a:lnTo>
                    <a:pt x="2044700" y="1392008"/>
                  </a:lnTo>
                  <a:lnTo>
                    <a:pt x="2057400" y="1440014"/>
                  </a:lnTo>
                  <a:lnTo>
                    <a:pt x="2082800" y="1487881"/>
                  </a:lnTo>
                  <a:lnTo>
                    <a:pt x="2095500" y="1535633"/>
                  </a:lnTo>
                  <a:lnTo>
                    <a:pt x="2120900" y="1583258"/>
                  </a:lnTo>
                  <a:lnTo>
                    <a:pt x="2133600" y="1630756"/>
                  </a:lnTo>
                  <a:lnTo>
                    <a:pt x="2082800" y="1694243"/>
                  </a:lnTo>
                  <a:lnTo>
                    <a:pt x="2032000" y="1756321"/>
                  </a:lnTo>
                  <a:lnTo>
                    <a:pt x="1993900" y="1792947"/>
                  </a:lnTo>
                  <a:lnTo>
                    <a:pt x="1968500" y="1829308"/>
                  </a:lnTo>
                  <a:lnTo>
                    <a:pt x="1892300" y="1901291"/>
                  </a:lnTo>
                  <a:lnTo>
                    <a:pt x="1816100" y="1972335"/>
                  </a:lnTo>
                  <a:lnTo>
                    <a:pt x="1701800" y="2077250"/>
                  </a:lnTo>
                  <a:lnTo>
                    <a:pt x="1689100" y="2085886"/>
                  </a:lnTo>
                  <a:lnTo>
                    <a:pt x="1651000" y="2111806"/>
                  </a:lnTo>
                  <a:lnTo>
                    <a:pt x="1536700" y="2214359"/>
                  </a:lnTo>
                  <a:lnTo>
                    <a:pt x="1511300" y="2179370"/>
                  </a:lnTo>
                  <a:lnTo>
                    <a:pt x="1511300" y="2161921"/>
                  </a:lnTo>
                  <a:lnTo>
                    <a:pt x="1498600" y="2144496"/>
                  </a:lnTo>
                  <a:lnTo>
                    <a:pt x="1422400" y="2018372"/>
                  </a:lnTo>
                  <a:lnTo>
                    <a:pt x="1371600" y="1936203"/>
                  </a:lnTo>
                  <a:lnTo>
                    <a:pt x="1371600" y="3066440"/>
                  </a:lnTo>
                  <a:lnTo>
                    <a:pt x="1371600" y="3266897"/>
                  </a:lnTo>
                  <a:lnTo>
                    <a:pt x="1358900" y="3315195"/>
                  </a:lnTo>
                  <a:lnTo>
                    <a:pt x="1358900" y="3363214"/>
                  </a:lnTo>
                  <a:lnTo>
                    <a:pt x="1320800" y="3505200"/>
                  </a:lnTo>
                  <a:lnTo>
                    <a:pt x="1308100" y="3567099"/>
                  </a:lnTo>
                  <a:lnTo>
                    <a:pt x="1282700" y="3618839"/>
                  </a:lnTo>
                  <a:lnTo>
                    <a:pt x="1270000" y="3661486"/>
                  </a:lnTo>
                  <a:lnTo>
                    <a:pt x="1231900" y="3696144"/>
                  </a:lnTo>
                  <a:lnTo>
                    <a:pt x="1206500" y="3723868"/>
                  </a:lnTo>
                  <a:lnTo>
                    <a:pt x="1168400" y="3745585"/>
                  </a:lnTo>
                  <a:lnTo>
                    <a:pt x="1130300" y="3761003"/>
                  </a:lnTo>
                  <a:lnTo>
                    <a:pt x="1079500" y="3768471"/>
                  </a:lnTo>
                  <a:lnTo>
                    <a:pt x="1028700" y="3766286"/>
                  </a:lnTo>
                  <a:lnTo>
                    <a:pt x="977900" y="3752799"/>
                  </a:lnTo>
                  <a:lnTo>
                    <a:pt x="939800" y="3721100"/>
                  </a:lnTo>
                  <a:lnTo>
                    <a:pt x="914400" y="3679202"/>
                  </a:lnTo>
                  <a:lnTo>
                    <a:pt x="914400" y="3546183"/>
                  </a:lnTo>
                  <a:lnTo>
                    <a:pt x="927100" y="3517354"/>
                  </a:lnTo>
                  <a:lnTo>
                    <a:pt x="952500" y="3428898"/>
                  </a:lnTo>
                  <a:lnTo>
                    <a:pt x="1003300" y="3343364"/>
                  </a:lnTo>
                  <a:lnTo>
                    <a:pt x="1016000" y="3301593"/>
                  </a:lnTo>
                  <a:lnTo>
                    <a:pt x="1041400" y="3260433"/>
                  </a:lnTo>
                  <a:lnTo>
                    <a:pt x="1079500" y="3219843"/>
                  </a:lnTo>
                  <a:lnTo>
                    <a:pt x="1130300" y="3140227"/>
                  </a:lnTo>
                  <a:lnTo>
                    <a:pt x="1168400" y="3101111"/>
                  </a:lnTo>
                  <a:lnTo>
                    <a:pt x="1193800" y="3062401"/>
                  </a:lnTo>
                  <a:lnTo>
                    <a:pt x="1270000" y="2986062"/>
                  </a:lnTo>
                  <a:lnTo>
                    <a:pt x="1346200" y="2910878"/>
                  </a:lnTo>
                  <a:lnTo>
                    <a:pt x="1358900" y="2962808"/>
                  </a:lnTo>
                  <a:lnTo>
                    <a:pt x="1358900" y="3014675"/>
                  </a:lnTo>
                  <a:lnTo>
                    <a:pt x="1371600" y="3066440"/>
                  </a:lnTo>
                  <a:lnTo>
                    <a:pt x="1371600" y="1936203"/>
                  </a:lnTo>
                  <a:lnTo>
                    <a:pt x="1333500" y="1895741"/>
                  </a:lnTo>
                  <a:lnTo>
                    <a:pt x="1282700" y="1816100"/>
                  </a:lnTo>
                  <a:lnTo>
                    <a:pt x="1244600" y="1776958"/>
                  </a:lnTo>
                  <a:lnTo>
                    <a:pt x="1219200" y="1738261"/>
                  </a:lnTo>
                  <a:lnTo>
                    <a:pt x="1206500" y="1725536"/>
                  </a:lnTo>
                  <a:lnTo>
                    <a:pt x="1181100" y="1700060"/>
                  </a:lnTo>
                  <a:lnTo>
                    <a:pt x="1155700" y="1662341"/>
                  </a:lnTo>
                  <a:lnTo>
                    <a:pt x="1117600" y="1625117"/>
                  </a:lnTo>
                  <a:lnTo>
                    <a:pt x="1079500" y="1588414"/>
                  </a:lnTo>
                  <a:lnTo>
                    <a:pt x="1041400" y="1552232"/>
                  </a:lnTo>
                  <a:lnTo>
                    <a:pt x="1016000" y="1516595"/>
                  </a:lnTo>
                  <a:lnTo>
                    <a:pt x="977900" y="1481505"/>
                  </a:lnTo>
                  <a:lnTo>
                    <a:pt x="939800" y="1446974"/>
                  </a:lnTo>
                  <a:lnTo>
                    <a:pt x="901700" y="1413027"/>
                  </a:lnTo>
                  <a:lnTo>
                    <a:pt x="863600" y="1379664"/>
                  </a:lnTo>
                  <a:lnTo>
                    <a:pt x="825500" y="1346911"/>
                  </a:lnTo>
                  <a:lnTo>
                    <a:pt x="774700" y="1314754"/>
                  </a:lnTo>
                  <a:lnTo>
                    <a:pt x="736600" y="1283233"/>
                  </a:lnTo>
                  <a:lnTo>
                    <a:pt x="698500" y="1252347"/>
                  </a:lnTo>
                  <a:lnTo>
                    <a:pt x="660400" y="1222121"/>
                  </a:lnTo>
                  <a:lnTo>
                    <a:pt x="609600" y="1192555"/>
                  </a:lnTo>
                  <a:lnTo>
                    <a:pt x="571500" y="1163650"/>
                  </a:lnTo>
                  <a:lnTo>
                    <a:pt x="520700" y="1135443"/>
                  </a:lnTo>
                  <a:lnTo>
                    <a:pt x="482600" y="1107935"/>
                  </a:lnTo>
                  <a:lnTo>
                    <a:pt x="431800" y="1081151"/>
                  </a:lnTo>
                  <a:lnTo>
                    <a:pt x="393700" y="1055077"/>
                  </a:lnTo>
                  <a:lnTo>
                    <a:pt x="342900" y="1029741"/>
                  </a:lnTo>
                  <a:lnTo>
                    <a:pt x="304800" y="1005166"/>
                  </a:lnTo>
                  <a:lnTo>
                    <a:pt x="254000" y="988504"/>
                  </a:lnTo>
                  <a:lnTo>
                    <a:pt x="215900" y="982370"/>
                  </a:lnTo>
                  <a:lnTo>
                    <a:pt x="165100" y="986218"/>
                  </a:lnTo>
                  <a:lnTo>
                    <a:pt x="127000" y="999553"/>
                  </a:lnTo>
                  <a:lnTo>
                    <a:pt x="88900" y="1021842"/>
                  </a:lnTo>
                  <a:lnTo>
                    <a:pt x="50800" y="1052588"/>
                  </a:lnTo>
                  <a:lnTo>
                    <a:pt x="25400" y="1091247"/>
                  </a:lnTo>
                  <a:lnTo>
                    <a:pt x="12700" y="1113955"/>
                  </a:lnTo>
                  <a:lnTo>
                    <a:pt x="12700" y="1137208"/>
                  </a:lnTo>
                  <a:lnTo>
                    <a:pt x="0" y="1160754"/>
                  </a:lnTo>
                  <a:lnTo>
                    <a:pt x="0" y="1185672"/>
                  </a:lnTo>
                  <a:lnTo>
                    <a:pt x="25400" y="1268742"/>
                  </a:lnTo>
                  <a:lnTo>
                    <a:pt x="50800" y="1306182"/>
                  </a:lnTo>
                  <a:lnTo>
                    <a:pt x="76200" y="1338427"/>
                  </a:lnTo>
                  <a:lnTo>
                    <a:pt x="114300" y="1363916"/>
                  </a:lnTo>
                  <a:lnTo>
                    <a:pt x="165100" y="1389126"/>
                  </a:lnTo>
                  <a:lnTo>
                    <a:pt x="203200" y="1415186"/>
                  </a:lnTo>
                  <a:lnTo>
                    <a:pt x="254000" y="1442072"/>
                  </a:lnTo>
                  <a:lnTo>
                    <a:pt x="292100" y="1469758"/>
                  </a:lnTo>
                  <a:lnTo>
                    <a:pt x="342900" y="1498231"/>
                  </a:lnTo>
                  <a:lnTo>
                    <a:pt x="381000" y="1527454"/>
                  </a:lnTo>
                  <a:lnTo>
                    <a:pt x="431800" y="1557426"/>
                  </a:lnTo>
                  <a:lnTo>
                    <a:pt x="469900" y="1588109"/>
                  </a:lnTo>
                  <a:lnTo>
                    <a:pt x="508000" y="1619504"/>
                  </a:lnTo>
                  <a:lnTo>
                    <a:pt x="546100" y="1651558"/>
                  </a:lnTo>
                  <a:lnTo>
                    <a:pt x="596900" y="1684286"/>
                  </a:lnTo>
                  <a:lnTo>
                    <a:pt x="635000" y="1717636"/>
                  </a:lnTo>
                  <a:lnTo>
                    <a:pt x="673100" y="1751609"/>
                  </a:lnTo>
                  <a:lnTo>
                    <a:pt x="711200" y="1786166"/>
                  </a:lnTo>
                  <a:lnTo>
                    <a:pt x="736600" y="1821307"/>
                  </a:lnTo>
                  <a:lnTo>
                    <a:pt x="774700" y="1856994"/>
                  </a:lnTo>
                  <a:lnTo>
                    <a:pt x="812800" y="1893214"/>
                  </a:lnTo>
                  <a:lnTo>
                    <a:pt x="850900" y="1929930"/>
                  </a:lnTo>
                  <a:lnTo>
                    <a:pt x="876300" y="1967153"/>
                  </a:lnTo>
                  <a:lnTo>
                    <a:pt x="914400" y="2004834"/>
                  </a:lnTo>
                  <a:lnTo>
                    <a:pt x="965200" y="2081517"/>
                  </a:lnTo>
                  <a:lnTo>
                    <a:pt x="1003300" y="2120468"/>
                  </a:lnTo>
                  <a:lnTo>
                    <a:pt x="1054100" y="2199525"/>
                  </a:lnTo>
                  <a:lnTo>
                    <a:pt x="1155700" y="2361552"/>
                  </a:lnTo>
                  <a:lnTo>
                    <a:pt x="1168400" y="2402751"/>
                  </a:lnTo>
                  <a:lnTo>
                    <a:pt x="1193800" y="2444191"/>
                  </a:lnTo>
                  <a:lnTo>
                    <a:pt x="1206500" y="2485847"/>
                  </a:lnTo>
                  <a:lnTo>
                    <a:pt x="1168400" y="2519832"/>
                  </a:lnTo>
                  <a:lnTo>
                    <a:pt x="1130300" y="2554135"/>
                  </a:lnTo>
                  <a:lnTo>
                    <a:pt x="1104900" y="2588768"/>
                  </a:lnTo>
                  <a:lnTo>
                    <a:pt x="1066800" y="2623769"/>
                  </a:lnTo>
                  <a:lnTo>
                    <a:pt x="1028700" y="2659176"/>
                  </a:lnTo>
                  <a:lnTo>
                    <a:pt x="990600" y="2694990"/>
                  </a:lnTo>
                  <a:lnTo>
                    <a:pt x="952500" y="2731274"/>
                  </a:lnTo>
                  <a:lnTo>
                    <a:pt x="914400" y="2768028"/>
                  </a:lnTo>
                  <a:lnTo>
                    <a:pt x="889000" y="2805303"/>
                  </a:lnTo>
                  <a:lnTo>
                    <a:pt x="850900" y="2843123"/>
                  </a:lnTo>
                  <a:lnTo>
                    <a:pt x="825500" y="2881503"/>
                  </a:lnTo>
                  <a:lnTo>
                    <a:pt x="787400" y="2920492"/>
                  </a:lnTo>
                  <a:lnTo>
                    <a:pt x="762000" y="2960103"/>
                  </a:lnTo>
                  <a:lnTo>
                    <a:pt x="736600" y="3000375"/>
                  </a:lnTo>
                  <a:lnTo>
                    <a:pt x="711200" y="3041345"/>
                  </a:lnTo>
                  <a:lnTo>
                    <a:pt x="685800" y="3083026"/>
                  </a:lnTo>
                  <a:lnTo>
                    <a:pt x="660400" y="3125444"/>
                  </a:lnTo>
                  <a:lnTo>
                    <a:pt x="635000" y="3168650"/>
                  </a:lnTo>
                  <a:lnTo>
                    <a:pt x="609600" y="3212655"/>
                  </a:lnTo>
                  <a:lnTo>
                    <a:pt x="584200" y="3257499"/>
                  </a:lnTo>
                  <a:lnTo>
                    <a:pt x="558800" y="3349802"/>
                  </a:lnTo>
                  <a:lnTo>
                    <a:pt x="533400" y="3397326"/>
                  </a:lnTo>
                  <a:lnTo>
                    <a:pt x="520700" y="3440900"/>
                  </a:lnTo>
                  <a:lnTo>
                    <a:pt x="520700" y="3485426"/>
                  </a:lnTo>
                  <a:lnTo>
                    <a:pt x="508000" y="3530650"/>
                  </a:lnTo>
                  <a:lnTo>
                    <a:pt x="508000" y="3713416"/>
                  </a:lnTo>
                  <a:lnTo>
                    <a:pt x="546100" y="3845280"/>
                  </a:lnTo>
                  <a:lnTo>
                    <a:pt x="571500" y="3886873"/>
                  </a:lnTo>
                  <a:lnTo>
                    <a:pt x="584200" y="3926878"/>
                  </a:lnTo>
                  <a:lnTo>
                    <a:pt x="609600" y="3965016"/>
                  </a:lnTo>
                  <a:lnTo>
                    <a:pt x="622300" y="3968800"/>
                  </a:lnTo>
                  <a:lnTo>
                    <a:pt x="1536700" y="3968800"/>
                  </a:lnTo>
                  <a:lnTo>
                    <a:pt x="1536700" y="3962247"/>
                  </a:lnTo>
                  <a:lnTo>
                    <a:pt x="1574800" y="3917924"/>
                  </a:lnTo>
                  <a:lnTo>
                    <a:pt x="1612900" y="3872331"/>
                  </a:lnTo>
                  <a:lnTo>
                    <a:pt x="1663700" y="3779990"/>
                  </a:lnTo>
                  <a:lnTo>
                    <a:pt x="1689100" y="3690518"/>
                  </a:lnTo>
                  <a:lnTo>
                    <a:pt x="1701800" y="3648519"/>
                  </a:lnTo>
                  <a:lnTo>
                    <a:pt x="1714500" y="3609225"/>
                  </a:lnTo>
                  <a:lnTo>
                    <a:pt x="1752600" y="3464610"/>
                  </a:lnTo>
                  <a:lnTo>
                    <a:pt x="1752600" y="3415728"/>
                  </a:lnTo>
                  <a:lnTo>
                    <a:pt x="1765300" y="3366541"/>
                  </a:lnTo>
                  <a:lnTo>
                    <a:pt x="1765300" y="3267379"/>
                  </a:lnTo>
                  <a:lnTo>
                    <a:pt x="1778000" y="3217430"/>
                  </a:lnTo>
                  <a:lnTo>
                    <a:pt x="1778000" y="3066465"/>
                  </a:lnTo>
                  <a:lnTo>
                    <a:pt x="1765300" y="3015831"/>
                  </a:lnTo>
                  <a:lnTo>
                    <a:pt x="1765300" y="2965081"/>
                  </a:lnTo>
                  <a:lnTo>
                    <a:pt x="1752600" y="2914243"/>
                  </a:lnTo>
                  <a:lnTo>
                    <a:pt x="1752600" y="2863329"/>
                  </a:lnTo>
                  <a:lnTo>
                    <a:pt x="1689100" y="2608542"/>
                  </a:lnTo>
                  <a:lnTo>
                    <a:pt x="1854200" y="2471801"/>
                  </a:lnTo>
                  <a:lnTo>
                    <a:pt x="1930400" y="2408059"/>
                  </a:lnTo>
                  <a:lnTo>
                    <a:pt x="2006600" y="2343353"/>
                  </a:lnTo>
                  <a:lnTo>
                    <a:pt x="2044700" y="2310587"/>
                  </a:lnTo>
                  <a:lnTo>
                    <a:pt x="2082800" y="2277516"/>
                  </a:lnTo>
                  <a:lnTo>
                    <a:pt x="2120900" y="2244128"/>
                  </a:lnTo>
                  <a:lnTo>
                    <a:pt x="2146300" y="2210371"/>
                  </a:lnTo>
                  <a:lnTo>
                    <a:pt x="2184400" y="2176259"/>
                  </a:lnTo>
                  <a:lnTo>
                    <a:pt x="2222500" y="2141753"/>
                  </a:lnTo>
                  <a:lnTo>
                    <a:pt x="2260600" y="2106828"/>
                  </a:lnTo>
                  <a:lnTo>
                    <a:pt x="2286000" y="2071458"/>
                  </a:lnTo>
                  <a:lnTo>
                    <a:pt x="2324100" y="2035644"/>
                  </a:lnTo>
                  <a:lnTo>
                    <a:pt x="2349500" y="2079244"/>
                  </a:lnTo>
                  <a:lnTo>
                    <a:pt x="2362200" y="2122767"/>
                  </a:lnTo>
                  <a:lnTo>
                    <a:pt x="2438400" y="2252802"/>
                  </a:lnTo>
                  <a:lnTo>
                    <a:pt x="2451100" y="2295982"/>
                  </a:lnTo>
                  <a:lnTo>
                    <a:pt x="2501900" y="2386850"/>
                  </a:lnTo>
                  <a:lnTo>
                    <a:pt x="2628900" y="2628277"/>
                  </a:lnTo>
                  <a:lnTo>
                    <a:pt x="2641600" y="2671165"/>
                  </a:lnTo>
                  <a:lnTo>
                    <a:pt x="2692400" y="2758795"/>
                  </a:lnTo>
                  <a:lnTo>
                    <a:pt x="2705100" y="2803461"/>
                  </a:lnTo>
                  <a:lnTo>
                    <a:pt x="2755900" y="2894355"/>
                  </a:lnTo>
                  <a:lnTo>
                    <a:pt x="2768600" y="2940520"/>
                  </a:lnTo>
                  <a:lnTo>
                    <a:pt x="2794000" y="2987116"/>
                  </a:lnTo>
                  <a:lnTo>
                    <a:pt x="2806700" y="3034106"/>
                  </a:lnTo>
                  <a:lnTo>
                    <a:pt x="2730500" y="3157512"/>
                  </a:lnTo>
                  <a:lnTo>
                    <a:pt x="2654300" y="3284817"/>
                  </a:lnTo>
                  <a:lnTo>
                    <a:pt x="2603500" y="3371812"/>
                  </a:lnTo>
                  <a:lnTo>
                    <a:pt x="2590800" y="3415919"/>
                  </a:lnTo>
                  <a:lnTo>
                    <a:pt x="2540000" y="3505377"/>
                  </a:lnTo>
                  <a:lnTo>
                    <a:pt x="2527300" y="3550704"/>
                  </a:lnTo>
                  <a:lnTo>
                    <a:pt x="2501900" y="3596436"/>
                  </a:lnTo>
                  <a:lnTo>
                    <a:pt x="2476500" y="3689070"/>
                  </a:lnTo>
                  <a:lnTo>
                    <a:pt x="2451100" y="3735959"/>
                  </a:lnTo>
                  <a:lnTo>
                    <a:pt x="2400300" y="3927310"/>
                  </a:lnTo>
                  <a:lnTo>
                    <a:pt x="2387600" y="3968800"/>
                  </a:lnTo>
                  <a:lnTo>
                    <a:pt x="2806700" y="3968800"/>
                  </a:lnTo>
                  <a:lnTo>
                    <a:pt x="2832100" y="3872306"/>
                  </a:lnTo>
                  <a:lnTo>
                    <a:pt x="2857500" y="3824376"/>
                  </a:lnTo>
                  <a:lnTo>
                    <a:pt x="2882900" y="3729545"/>
                  </a:lnTo>
                  <a:lnTo>
                    <a:pt x="2908300" y="3682669"/>
                  </a:lnTo>
                  <a:lnTo>
                    <a:pt x="2908300" y="2303513"/>
                  </a:lnTo>
                  <a:lnTo>
                    <a:pt x="2882900" y="2250998"/>
                  </a:lnTo>
                  <a:lnTo>
                    <a:pt x="2857500" y="2202218"/>
                  </a:lnTo>
                  <a:lnTo>
                    <a:pt x="2819400" y="2110422"/>
                  </a:lnTo>
                  <a:lnTo>
                    <a:pt x="2806700" y="2088654"/>
                  </a:lnTo>
                  <a:lnTo>
                    <a:pt x="2743200" y="1979612"/>
                  </a:lnTo>
                  <a:lnTo>
                    <a:pt x="2730500" y="1935873"/>
                  </a:lnTo>
                  <a:lnTo>
                    <a:pt x="2654300" y="1804301"/>
                  </a:lnTo>
                  <a:lnTo>
                    <a:pt x="2641600" y="1760334"/>
                  </a:lnTo>
                  <a:lnTo>
                    <a:pt x="2590800" y="1672272"/>
                  </a:lnTo>
                  <a:lnTo>
                    <a:pt x="2628900" y="1628711"/>
                  </a:lnTo>
                  <a:lnTo>
                    <a:pt x="2654300" y="1584731"/>
                  </a:lnTo>
                  <a:lnTo>
                    <a:pt x="2667000" y="1540344"/>
                  </a:lnTo>
                  <a:lnTo>
                    <a:pt x="2743200" y="1404848"/>
                  </a:lnTo>
                  <a:lnTo>
                    <a:pt x="2755900" y="1358938"/>
                  </a:lnTo>
                  <a:lnTo>
                    <a:pt x="2781300" y="1312684"/>
                  </a:lnTo>
                  <a:lnTo>
                    <a:pt x="2806700" y="1219161"/>
                  </a:lnTo>
                  <a:lnTo>
                    <a:pt x="2832100" y="1171917"/>
                  </a:lnTo>
                  <a:lnTo>
                    <a:pt x="2895600" y="931291"/>
                  </a:lnTo>
                  <a:lnTo>
                    <a:pt x="2895600" y="882357"/>
                  </a:lnTo>
                  <a:lnTo>
                    <a:pt x="2908300" y="833196"/>
                  </a:lnTo>
                  <a:lnTo>
                    <a:pt x="2908300" y="376466"/>
                  </a:lnTo>
                  <a:close/>
                </a:path>
              </a:pathLst>
            </a:custGeom>
            <a:solidFill>
              <a:srgbClr val="FFFFFF">
                <a:alpha val="2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/>
        </p:nvSpPr>
        <p:spPr>
          <a:xfrm>
            <a:off x="16233911" y="998855"/>
            <a:ext cx="1038225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Page 01</a:t>
            </a:r>
            <a:endParaRPr sz="21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7" name="Google Shape;67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379889" y="3431402"/>
            <a:ext cx="723751" cy="723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5886851" y="3431402"/>
            <a:ext cx="723751" cy="72358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7"/>
          <p:cNvSpPr txBox="1"/>
          <p:nvPr>
            <p:ph type="title"/>
          </p:nvPr>
        </p:nvSpPr>
        <p:spPr>
          <a:xfrm>
            <a:off x="3678952" y="2883875"/>
            <a:ext cx="12073200" cy="12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951865" lvl="0" marL="963930" marR="5080" rtl="0" algn="ctr">
              <a:lnSpc>
                <a:spcPct val="115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latin typeface="Arial"/>
                <a:ea typeface="Arial"/>
                <a:cs typeface="Arial"/>
                <a:sym typeface="Arial"/>
              </a:rPr>
              <a:t>From Multi-crop teacher to Single-crop student via Knowledge Distillation</a:t>
            </a:r>
            <a:endParaRPr sz="3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7"/>
          <p:cNvSpPr txBox="1"/>
          <p:nvPr/>
        </p:nvSpPr>
        <p:spPr>
          <a:xfrm>
            <a:off x="6804174" y="4948275"/>
            <a:ext cx="55176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0845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Presented By</a:t>
            </a:r>
            <a:endParaRPr sz="31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ctr">
              <a:lnSpc>
                <a:spcPct val="117900"/>
              </a:lnSpc>
              <a:spcBef>
                <a:spcPts val="2490"/>
              </a:spcBef>
              <a:spcAft>
                <a:spcPts val="0"/>
              </a:spcAft>
              <a:buNone/>
            </a:pPr>
            <a:r>
              <a:rPr lang="en-US" sz="26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Aniruddh jain</a:t>
            </a:r>
            <a:r>
              <a:rPr lang="en-US" sz="26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- U22CS088          Nikhil tiwari - U22CS091             Saud masaud alam - U22CS094</a:t>
            </a:r>
            <a:endParaRPr sz="265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None/>
            </a:pPr>
            <a:r>
              <a:rPr lang="en-US" sz="26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Mahek</a:t>
            </a:r>
            <a:r>
              <a:rPr lang="en-US" sz="26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 Patel - U22CS103</a:t>
            </a:r>
            <a:endParaRPr sz="265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2655"/>
              </a:spcBef>
              <a:spcAft>
                <a:spcPts val="0"/>
              </a:spcAft>
              <a:buNone/>
            </a:pPr>
            <a:r>
              <a:t/>
            </a:r>
            <a:endParaRPr sz="265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Project Guide - Dr. Sourajit Behera</a:t>
            </a:r>
            <a:endParaRPr sz="265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"/>
          <p:cNvSpPr txBox="1"/>
          <p:nvPr/>
        </p:nvSpPr>
        <p:spPr>
          <a:xfrm>
            <a:off x="16196406" y="998855"/>
            <a:ext cx="1075690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Page 02</a:t>
            </a:r>
            <a:endParaRPr sz="2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6" name="Google Shape;76;p8"/>
          <p:cNvSpPr txBox="1"/>
          <p:nvPr>
            <p:ph type="title"/>
          </p:nvPr>
        </p:nvSpPr>
        <p:spPr>
          <a:xfrm>
            <a:off x="438026" y="361663"/>
            <a:ext cx="14745459" cy="145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2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/>
              <a:t>Problem Statement</a:t>
            </a:r>
            <a:endParaRPr sz="6600"/>
          </a:p>
        </p:txBody>
      </p:sp>
      <p:sp>
        <p:nvSpPr>
          <p:cNvPr id="77" name="Google Shape;77;p8"/>
          <p:cNvSpPr txBox="1"/>
          <p:nvPr/>
        </p:nvSpPr>
        <p:spPr>
          <a:xfrm>
            <a:off x="1328747" y="2846270"/>
            <a:ext cx="15472500" cy="6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Context: Farmers face significant crop losses due to late or incorrect identification of plant diseases.</a:t>
            </a:r>
            <a:endParaRPr sz="355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Problem: Manual detection is time-consuming, requires expertise, and is prone to error.</a:t>
            </a:r>
            <a:endParaRPr sz="355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Impact: Leads to reduced crop yield, economic losses, and poor-qualit produce.</a:t>
            </a:r>
            <a:endParaRPr sz="355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Need: An automated, reliable, and accurate plant disease detection system using deep learning.</a:t>
            </a:r>
            <a:endParaRPr sz="355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16199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55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9"/>
          <p:cNvGrpSpPr/>
          <p:nvPr/>
        </p:nvGrpSpPr>
        <p:grpSpPr>
          <a:xfrm>
            <a:off x="14858134" y="3325442"/>
            <a:ext cx="3429864" cy="4991749"/>
            <a:chOff x="14858134" y="3325442"/>
            <a:chExt cx="3429864" cy="4991749"/>
          </a:xfrm>
        </p:grpSpPr>
        <p:pic>
          <p:nvPicPr>
            <p:cNvPr id="83" name="Google Shape;8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595599" y="3435937"/>
              <a:ext cx="2692399" cy="48808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518589" y="4123896"/>
              <a:ext cx="456880" cy="9427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7903093" y="5108211"/>
              <a:ext cx="384905" cy="8073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8226605" y="6003365"/>
              <a:ext cx="61393" cy="2322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6430801" y="5128315"/>
              <a:ext cx="681931" cy="7934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6925702" y="6044482"/>
              <a:ext cx="425307" cy="6663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" name="Google Shape;89;p9"/>
            <p:cNvSpPr/>
            <p:nvPr/>
          </p:nvSpPr>
          <p:spPr>
            <a:xfrm>
              <a:off x="15595587" y="3435946"/>
              <a:ext cx="2692400" cy="4881245"/>
            </a:xfrm>
            <a:custGeom>
              <a:rect b="b" l="l" r="r" t="t"/>
              <a:pathLst>
                <a:path extrusionOk="0" h="4881245" w="2692400">
                  <a:moveTo>
                    <a:pt x="2692400" y="3199511"/>
                  </a:moveTo>
                  <a:lnTo>
                    <a:pt x="2641600" y="3284817"/>
                  </a:lnTo>
                  <a:lnTo>
                    <a:pt x="2628900" y="3328098"/>
                  </a:lnTo>
                  <a:lnTo>
                    <a:pt x="2552700" y="3460445"/>
                  </a:lnTo>
                  <a:lnTo>
                    <a:pt x="2540000" y="3505377"/>
                  </a:lnTo>
                  <a:lnTo>
                    <a:pt x="2514600" y="3550704"/>
                  </a:lnTo>
                  <a:lnTo>
                    <a:pt x="2501900" y="3596436"/>
                  </a:lnTo>
                  <a:lnTo>
                    <a:pt x="2476500" y="3642550"/>
                  </a:lnTo>
                  <a:lnTo>
                    <a:pt x="2451100" y="3735959"/>
                  </a:lnTo>
                  <a:lnTo>
                    <a:pt x="2425700" y="3783228"/>
                  </a:lnTo>
                  <a:lnTo>
                    <a:pt x="2387600" y="3927310"/>
                  </a:lnTo>
                  <a:lnTo>
                    <a:pt x="2387600" y="3976065"/>
                  </a:lnTo>
                  <a:lnTo>
                    <a:pt x="2362200" y="4074655"/>
                  </a:lnTo>
                  <a:lnTo>
                    <a:pt x="2362200" y="4124490"/>
                  </a:lnTo>
                  <a:lnTo>
                    <a:pt x="2349500" y="4174667"/>
                  </a:lnTo>
                  <a:lnTo>
                    <a:pt x="2349500" y="4435500"/>
                  </a:lnTo>
                  <a:lnTo>
                    <a:pt x="2362200" y="4488485"/>
                  </a:lnTo>
                  <a:lnTo>
                    <a:pt x="2374900" y="4538853"/>
                  </a:lnTo>
                  <a:lnTo>
                    <a:pt x="2387600" y="4586490"/>
                  </a:lnTo>
                  <a:lnTo>
                    <a:pt x="2400300" y="4631283"/>
                  </a:lnTo>
                  <a:lnTo>
                    <a:pt x="2425700" y="4673104"/>
                  </a:lnTo>
                  <a:lnTo>
                    <a:pt x="2451100" y="4711814"/>
                  </a:lnTo>
                  <a:lnTo>
                    <a:pt x="2476500" y="4747285"/>
                  </a:lnTo>
                  <a:lnTo>
                    <a:pt x="2514600" y="4779403"/>
                  </a:lnTo>
                  <a:lnTo>
                    <a:pt x="2540000" y="4808055"/>
                  </a:lnTo>
                  <a:lnTo>
                    <a:pt x="2578100" y="4833086"/>
                  </a:lnTo>
                  <a:lnTo>
                    <a:pt x="2628900" y="4854384"/>
                  </a:lnTo>
                  <a:lnTo>
                    <a:pt x="2667000" y="4871834"/>
                  </a:lnTo>
                  <a:lnTo>
                    <a:pt x="2692400" y="4880889"/>
                  </a:lnTo>
                  <a:lnTo>
                    <a:pt x="2692400" y="3199511"/>
                  </a:lnTo>
                  <a:close/>
                </a:path>
                <a:path extrusionOk="0" h="4881245" w="2692400">
                  <a:moveTo>
                    <a:pt x="2692400" y="86537"/>
                  </a:moveTo>
                  <a:lnTo>
                    <a:pt x="2654300" y="63195"/>
                  </a:lnTo>
                  <a:lnTo>
                    <a:pt x="2616200" y="43078"/>
                  </a:lnTo>
                  <a:lnTo>
                    <a:pt x="2590800" y="34683"/>
                  </a:lnTo>
                  <a:lnTo>
                    <a:pt x="2565400" y="26289"/>
                  </a:lnTo>
                  <a:lnTo>
                    <a:pt x="2527300" y="13385"/>
                  </a:lnTo>
                  <a:lnTo>
                    <a:pt x="2514600" y="11239"/>
                  </a:lnTo>
                  <a:lnTo>
                    <a:pt x="2514600" y="518464"/>
                  </a:lnTo>
                  <a:lnTo>
                    <a:pt x="2514600" y="657669"/>
                  </a:lnTo>
                  <a:lnTo>
                    <a:pt x="2501900" y="706272"/>
                  </a:lnTo>
                  <a:lnTo>
                    <a:pt x="2501900" y="754634"/>
                  </a:lnTo>
                  <a:lnTo>
                    <a:pt x="2489200" y="802754"/>
                  </a:lnTo>
                  <a:lnTo>
                    <a:pt x="2489200" y="850620"/>
                  </a:lnTo>
                  <a:lnTo>
                    <a:pt x="2425700" y="1085481"/>
                  </a:lnTo>
                  <a:lnTo>
                    <a:pt x="2400300" y="1131443"/>
                  </a:lnTo>
                  <a:lnTo>
                    <a:pt x="2387600" y="1177048"/>
                  </a:lnTo>
                  <a:lnTo>
                    <a:pt x="2374900" y="1127442"/>
                  </a:lnTo>
                  <a:lnTo>
                    <a:pt x="2349500" y="1077861"/>
                  </a:lnTo>
                  <a:lnTo>
                    <a:pt x="2324100" y="978789"/>
                  </a:lnTo>
                  <a:lnTo>
                    <a:pt x="2324100" y="929322"/>
                  </a:lnTo>
                  <a:lnTo>
                    <a:pt x="2286000" y="781265"/>
                  </a:lnTo>
                  <a:lnTo>
                    <a:pt x="2286000" y="682904"/>
                  </a:lnTo>
                  <a:lnTo>
                    <a:pt x="2273300" y="633844"/>
                  </a:lnTo>
                  <a:lnTo>
                    <a:pt x="2273300" y="568210"/>
                  </a:lnTo>
                  <a:lnTo>
                    <a:pt x="2286000" y="515747"/>
                  </a:lnTo>
                  <a:lnTo>
                    <a:pt x="2286000" y="475157"/>
                  </a:lnTo>
                  <a:lnTo>
                    <a:pt x="2311400" y="445096"/>
                  </a:lnTo>
                  <a:lnTo>
                    <a:pt x="2324100" y="426300"/>
                  </a:lnTo>
                  <a:lnTo>
                    <a:pt x="2362200" y="411187"/>
                  </a:lnTo>
                  <a:lnTo>
                    <a:pt x="2400300" y="404101"/>
                  </a:lnTo>
                  <a:lnTo>
                    <a:pt x="2438400" y="409346"/>
                  </a:lnTo>
                  <a:lnTo>
                    <a:pt x="2476500" y="433743"/>
                  </a:lnTo>
                  <a:lnTo>
                    <a:pt x="2501900" y="472224"/>
                  </a:lnTo>
                  <a:lnTo>
                    <a:pt x="2514600" y="518464"/>
                  </a:lnTo>
                  <a:lnTo>
                    <a:pt x="2514600" y="11239"/>
                  </a:lnTo>
                  <a:lnTo>
                    <a:pt x="2476500" y="4775"/>
                  </a:lnTo>
                  <a:lnTo>
                    <a:pt x="2438400" y="342"/>
                  </a:lnTo>
                  <a:lnTo>
                    <a:pt x="2425700" y="254"/>
                  </a:lnTo>
                  <a:lnTo>
                    <a:pt x="2413000" y="165"/>
                  </a:lnTo>
                  <a:lnTo>
                    <a:pt x="2400300" y="88"/>
                  </a:lnTo>
                  <a:lnTo>
                    <a:pt x="2387600" y="0"/>
                  </a:lnTo>
                  <a:lnTo>
                    <a:pt x="2336800" y="3632"/>
                  </a:lnTo>
                  <a:lnTo>
                    <a:pt x="2298700" y="11163"/>
                  </a:lnTo>
                  <a:lnTo>
                    <a:pt x="2273300" y="16827"/>
                  </a:lnTo>
                  <a:lnTo>
                    <a:pt x="2247900" y="22479"/>
                  </a:lnTo>
                  <a:lnTo>
                    <a:pt x="2209800" y="37477"/>
                  </a:lnTo>
                  <a:lnTo>
                    <a:pt x="2159000" y="56070"/>
                  </a:lnTo>
                  <a:lnTo>
                    <a:pt x="2120900" y="78155"/>
                  </a:lnTo>
                  <a:lnTo>
                    <a:pt x="2082800" y="103632"/>
                  </a:lnTo>
                  <a:lnTo>
                    <a:pt x="2044700" y="132397"/>
                  </a:lnTo>
                  <a:lnTo>
                    <a:pt x="2019300" y="164350"/>
                  </a:lnTo>
                  <a:lnTo>
                    <a:pt x="1981200" y="199415"/>
                  </a:lnTo>
                  <a:lnTo>
                    <a:pt x="1955800" y="244513"/>
                  </a:lnTo>
                  <a:lnTo>
                    <a:pt x="1905000" y="337731"/>
                  </a:lnTo>
                  <a:lnTo>
                    <a:pt x="1879600" y="432422"/>
                  </a:lnTo>
                  <a:lnTo>
                    <a:pt x="1879600" y="479348"/>
                  </a:lnTo>
                  <a:lnTo>
                    <a:pt x="1866900" y="525475"/>
                  </a:lnTo>
                  <a:lnTo>
                    <a:pt x="1866900" y="613829"/>
                  </a:lnTo>
                  <a:lnTo>
                    <a:pt x="1879600" y="655281"/>
                  </a:lnTo>
                  <a:lnTo>
                    <a:pt x="1879600" y="755446"/>
                  </a:lnTo>
                  <a:lnTo>
                    <a:pt x="1892300" y="805294"/>
                  </a:lnTo>
                  <a:lnTo>
                    <a:pt x="1892300" y="854989"/>
                  </a:lnTo>
                  <a:lnTo>
                    <a:pt x="1905000" y="904519"/>
                  </a:lnTo>
                  <a:lnTo>
                    <a:pt x="1905000" y="953909"/>
                  </a:lnTo>
                  <a:lnTo>
                    <a:pt x="1993900" y="1295615"/>
                  </a:lnTo>
                  <a:lnTo>
                    <a:pt x="2019300" y="1343875"/>
                  </a:lnTo>
                  <a:lnTo>
                    <a:pt x="2044700" y="1440002"/>
                  </a:lnTo>
                  <a:lnTo>
                    <a:pt x="2070100" y="1487881"/>
                  </a:lnTo>
                  <a:lnTo>
                    <a:pt x="2082800" y="1535620"/>
                  </a:lnTo>
                  <a:lnTo>
                    <a:pt x="2108200" y="1583245"/>
                  </a:lnTo>
                  <a:lnTo>
                    <a:pt x="2120900" y="1630756"/>
                  </a:lnTo>
                  <a:lnTo>
                    <a:pt x="2070100" y="1694243"/>
                  </a:lnTo>
                  <a:lnTo>
                    <a:pt x="2019300" y="1756321"/>
                  </a:lnTo>
                  <a:lnTo>
                    <a:pt x="1993900" y="1792947"/>
                  </a:lnTo>
                  <a:lnTo>
                    <a:pt x="1917700" y="1865426"/>
                  </a:lnTo>
                  <a:lnTo>
                    <a:pt x="1841500" y="1936927"/>
                  </a:lnTo>
                  <a:lnTo>
                    <a:pt x="1765300" y="2007514"/>
                  </a:lnTo>
                  <a:lnTo>
                    <a:pt x="1676400" y="2088756"/>
                  </a:lnTo>
                  <a:lnTo>
                    <a:pt x="1600200" y="2146173"/>
                  </a:lnTo>
                  <a:lnTo>
                    <a:pt x="1524000" y="2214359"/>
                  </a:lnTo>
                  <a:lnTo>
                    <a:pt x="1511300" y="2196846"/>
                  </a:lnTo>
                  <a:lnTo>
                    <a:pt x="1511300" y="2179358"/>
                  </a:lnTo>
                  <a:lnTo>
                    <a:pt x="1485900" y="2144496"/>
                  </a:lnTo>
                  <a:lnTo>
                    <a:pt x="1409700" y="2018360"/>
                  </a:lnTo>
                  <a:lnTo>
                    <a:pt x="1358900" y="1936203"/>
                  </a:lnTo>
                  <a:lnTo>
                    <a:pt x="1358900" y="3066440"/>
                  </a:lnTo>
                  <a:lnTo>
                    <a:pt x="1358900" y="3266897"/>
                  </a:lnTo>
                  <a:lnTo>
                    <a:pt x="1346200" y="3315195"/>
                  </a:lnTo>
                  <a:lnTo>
                    <a:pt x="1346200" y="3363214"/>
                  </a:lnTo>
                  <a:lnTo>
                    <a:pt x="1333500" y="3410902"/>
                  </a:lnTo>
                  <a:lnTo>
                    <a:pt x="1333500" y="3458235"/>
                  </a:lnTo>
                  <a:lnTo>
                    <a:pt x="1320800" y="3505200"/>
                  </a:lnTo>
                  <a:lnTo>
                    <a:pt x="1295400" y="3567099"/>
                  </a:lnTo>
                  <a:lnTo>
                    <a:pt x="1282700" y="3618827"/>
                  </a:lnTo>
                  <a:lnTo>
                    <a:pt x="1257300" y="3661486"/>
                  </a:lnTo>
                  <a:lnTo>
                    <a:pt x="1231900" y="3696131"/>
                  </a:lnTo>
                  <a:lnTo>
                    <a:pt x="1193800" y="3723868"/>
                  </a:lnTo>
                  <a:lnTo>
                    <a:pt x="1155700" y="3745585"/>
                  </a:lnTo>
                  <a:lnTo>
                    <a:pt x="1117600" y="3761003"/>
                  </a:lnTo>
                  <a:lnTo>
                    <a:pt x="1066800" y="3768471"/>
                  </a:lnTo>
                  <a:lnTo>
                    <a:pt x="1016000" y="3766286"/>
                  </a:lnTo>
                  <a:lnTo>
                    <a:pt x="977900" y="3752786"/>
                  </a:lnTo>
                  <a:lnTo>
                    <a:pt x="927100" y="3721100"/>
                  </a:lnTo>
                  <a:lnTo>
                    <a:pt x="901700" y="3679202"/>
                  </a:lnTo>
                  <a:lnTo>
                    <a:pt x="901700" y="3546170"/>
                  </a:lnTo>
                  <a:lnTo>
                    <a:pt x="914400" y="3517354"/>
                  </a:lnTo>
                  <a:lnTo>
                    <a:pt x="927100" y="3472738"/>
                  </a:lnTo>
                  <a:lnTo>
                    <a:pt x="952500" y="3428885"/>
                  </a:lnTo>
                  <a:lnTo>
                    <a:pt x="965200" y="3385782"/>
                  </a:lnTo>
                  <a:lnTo>
                    <a:pt x="1016000" y="3301581"/>
                  </a:lnTo>
                  <a:lnTo>
                    <a:pt x="1066800" y="3219843"/>
                  </a:lnTo>
                  <a:lnTo>
                    <a:pt x="1117600" y="3140227"/>
                  </a:lnTo>
                  <a:lnTo>
                    <a:pt x="1155700" y="3101111"/>
                  </a:lnTo>
                  <a:lnTo>
                    <a:pt x="1193800" y="3062401"/>
                  </a:lnTo>
                  <a:lnTo>
                    <a:pt x="1219200" y="3024073"/>
                  </a:lnTo>
                  <a:lnTo>
                    <a:pt x="1257300" y="2986062"/>
                  </a:lnTo>
                  <a:lnTo>
                    <a:pt x="1333500" y="2910878"/>
                  </a:lnTo>
                  <a:lnTo>
                    <a:pt x="1346200" y="2962808"/>
                  </a:lnTo>
                  <a:lnTo>
                    <a:pt x="1346200" y="3014675"/>
                  </a:lnTo>
                  <a:lnTo>
                    <a:pt x="1358900" y="3066440"/>
                  </a:lnTo>
                  <a:lnTo>
                    <a:pt x="1358900" y="1936203"/>
                  </a:lnTo>
                  <a:lnTo>
                    <a:pt x="1333500" y="1895741"/>
                  </a:lnTo>
                  <a:lnTo>
                    <a:pt x="1295400" y="1855698"/>
                  </a:lnTo>
                  <a:lnTo>
                    <a:pt x="1244600" y="1776945"/>
                  </a:lnTo>
                  <a:lnTo>
                    <a:pt x="1206500" y="1738261"/>
                  </a:lnTo>
                  <a:lnTo>
                    <a:pt x="1168400" y="1700060"/>
                  </a:lnTo>
                  <a:lnTo>
                    <a:pt x="1143000" y="1662341"/>
                  </a:lnTo>
                  <a:lnTo>
                    <a:pt x="1104900" y="1625117"/>
                  </a:lnTo>
                  <a:lnTo>
                    <a:pt x="1066800" y="1588414"/>
                  </a:lnTo>
                  <a:lnTo>
                    <a:pt x="1041400" y="1552232"/>
                  </a:lnTo>
                  <a:lnTo>
                    <a:pt x="1003300" y="1516595"/>
                  </a:lnTo>
                  <a:lnTo>
                    <a:pt x="965200" y="1481505"/>
                  </a:lnTo>
                  <a:lnTo>
                    <a:pt x="927100" y="1446974"/>
                  </a:lnTo>
                  <a:lnTo>
                    <a:pt x="889000" y="1413027"/>
                  </a:lnTo>
                  <a:lnTo>
                    <a:pt x="850900" y="1379664"/>
                  </a:lnTo>
                  <a:lnTo>
                    <a:pt x="812800" y="1346898"/>
                  </a:lnTo>
                  <a:lnTo>
                    <a:pt x="774700" y="1314754"/>
                  </a:lnTo>
                  <a:lnTo>
                    <a:pt x="723900" y="1283233"/>
                  </a:lnTo>
                  <a:lnTo>
                    <a:pt x="685800" y="1252347"/>
                  </a:lnTo>
                  <a:lnTo>
                    <a:pt x="647700" y="1222121"/>
                  </a:lnTo>
                  <a:lnTo>
                    <a:pt x="596900" y="1192542"/>
                  </a:lnTo>
                  <a:lnTo>
                    <a:pt x="558800" y="1163650"/>
                  </a:lnTo>
                  <a:lnTo>
                    <a:pt x="520700" y="1135443"/>
                  </a:lnTo>
                  <a:lnTo>
                    <a:pt x="469900" y="1107935"/>
                  </a:lnTo>
                  <a:lnTo>
                    <a:pt x="431800" y="1081138"/>
                  </a:lnTo>
                  <a:lnTo>
                    <a:pt x="381000" y="1055077"/>
                  </a:lnTo>
                  <a:lnTo>
                    <a:pt x="330200" y="1029741"/>
                  </a:lnTo>
                  <a:lnTo>
                    <a:pt x="292100" y="1005154"/>
                  </a:lnTo>
                  <a:lnTo>
                    <a:pt x="241300" y="988504"/>
                  </a:lnTo>
                  <a:lnTo>
                    <a:pt x="203200" y="982357"/>
                  </a:lnTo>
                  <a:lnTo>
                    <a:pt x="152400" y="986218"/>
                  </a:lnTo>
                  <a:lnTo>
                    <a:pt x="114300" y="999553"/>
                  </a:lnTo>
                  <a:lnTo>
                    <a:pt x="76200" y="1021842"/>
                  </a:lnTo>
                  <a:lnTo>
                    <a:pt x="38100" y="1052576"/>
                  </a:lnTo>
                  <a:lnTo>
                    <a:pt x="12700" y="1091247"/>
                  </a:lnTo>
                  <a:lnTo>
                    <a:pt x="12700" y="1113955"/>
                  </a:lnTo>
                  <a:lnTo>
                    <a:pt x="0" y="1137196"/>
                  </a:lnTo>
                  <a:lnTo>
                    <a:pt x="0" y="1227632"/>
                  </a:lnTo>
                  <a:lnTo>
                    <a:pt x="12700" y="1268742"/>
                  </a:lnTo>
                  <a:lnTo>
                    <a:pt x="38100" y="1306182"/>
                  </a:lnTo>
                  <a:lnTo>
                    <a:pt x="63500" y="1338414"/>
                  </a:lnTo>
                  <a:lnTo>
                    <a:pt x="101600" y="1363916"/>
                  </a:lnTo>
                  <a:lnTo>
                    <a:pt x="152400" y="1389126"/>
                  </a:lnTo>
                  <a:lnTo>
                    <a:pt x="190500" y="1415186"/>
                  </a:lnTo>
                  <a:lnTo>
                    <a:pt x="241300" y="1442072"/>
                  </a:lnTo>
                  <a:lnTo>
                    <a:pt x="292100" y="1469758"/>
                  </a:lnTo>
                  <a:lnTo>
                    <a:pt x="330200" y="1498219"/>
                  </a:lnTo>
                  <a:lnTo>
                    <a:pt x="381000" y="1527454"/>
                  </a:lnTo>
                  <a:lnTo>
                    <a:pt x="419100" y="1557426"/>
                  </a:lnTo>
                  <a:lnTo>
                    <a:pt x="457200" y="1588109"/>
                  </a:lnTo>
                  <a:lnTo>
                    <a:pt x="508000" y="1619491"/>
                  </a:lnTo>
                  <a:lnTo>
                    <a:pt x="546100" y="1651558"/>
                  </a:lnTo>
                  <a:lnTo>
                    <a:pt x="584200" y="1684274"/>
                  </a:lnTo>
                  <a:lnTo>
                    <a:pt x="622300" y="1717636"/>
                  </a:lnTo>
                  <a:lnTo>
                    <a:pt x="660400" y="1751609"/>
                  </a:lnTo>
                  <a:lnTo>
                    <a:pt x="698500" y="1786166"/>
                  </a:lnTo>
                  <a:lnTo>
                    <a:pt x="736600" y="1821307"/>
                  </a:lnTo>
                  <a:lnTo>
                    <a:pt x="762000" y="1856994"/>
                  </a:lnTo>
                  <a:lnTo>
                    <a:pt x="800100" y="1893201"/>
                  </a:lnTo>
                  <a:lnTo>
                    <a:pt x="838200" y="1929930"/>
                  </a:lnTo>
                  <a:lnTo>
                    <a:pt x="863600" y="1967141"/>
                  </a:lnTo>
                  <a:lnTo>
                    <a:pt x="901700" y="2004834"/>
                  </a:lnTo>
                  <a:lnTo>
                    <a:pt x="927100" y="2042960"/>
                  </a:lnTo>
                  <a:lnTo>
                    <a:pt x="965200" y="2081517"/>
                  </a:lnTo>
                  <a:lnTo>
                    <a:pt x="1041400" y="2199513"/>
                  </a:lnTo>
                  <a:lnTo>
                    <a:pt x="1143000" y="2361539"/>
                  </a:lnTo>
                  <a:lnTo>
                    <a:pt x="1155700" y="2402751"/>
                  </a:lnTo>
                  <a:lnTo>
                    <a:pt x="1206500" y="2485847"/>
                  </a:lnTo>
                  <a:lnTo>
                    <a:pt x="1168400" y="2519832"/>
                  </a:lnTo>
                  <a:lnTo>
                    <a:pt x="1130300" y="2554135"/>
                  </a:lnTo>
                  <a:lnTo>
                    <a:pt x="1092200" y="2588768"/>
                  </a:lnTo>
                  <a:lnTo>
                    <a:pt x="1054100" y="2623769"/>
                  </a:lnTo>
                  <a:lnTo>
                    <a:pt x="1016000" y="2659164"/>
                  </a:lnTo>
                  <a:lnTo>
                    <a:pt x="977900" y="2694990"/>
                  </a:lnTo>
                  <a:lnTo>
                    <a:pt x="939800" y="2731262"/>
                  </a:lnTo>
                  <a:lnTo>
                    <a:pt x="914400" y="2768028"/>
                  </a:lnTo>
                  <a:lnTo>
                    <a:pt x="901700" y="2780449"/>
                  </a:lnTo>
                  <a:lnTo>
                    <a:pt x="876300" y="2805303"/>
                  </a:lnTo>
                  <a:lnTo>
                    <a:pt x="850900" y="2843111"/>
                  </a:lnTo>
                  <a:lnTo>
                    <a:pt x="812800" y="2881503"/>
                  </a:lnTo>
                  <a:lnTo>
                    <a:pt x="787400" y="2920492"/>
                  </a:lnTo>
                  <a:lnTo>
                    <a:pt x="749300" y="2960103"/>
                  </a:lnTo>
                  <a:lnTo>
                    <a:pt x="723900" y="3000375"/>
                  </a:lnTo>
                  <a:lnTo>
                    <a:pt x="698500" y="3041332"/>
                  </a:lnTo>
                  <a:lnTo>
                    <a:pt x="673100" y="3083014"/>
                  </a:lnTo>
                  <a:lnTo>
                    <a:pt x="647700" y="3125444"/>
                  </a:lnTo>
                  <a:lnTo>
                    <a:pt x="622300" y="3168650"/>
                  </a:lnTo>
                  <a:lnTo>
                    <a:pt x="596900" y="3212655"/>
                  </a:lnTo>
                  <a:lnTo>
                    <a:pt x="584200" y="3257499"/>
                  </a:lnTo>
                  <a:lnTo>
                    <a:pt x="558800" y="3303193"/>
                  </a:lnTo>
                  <a:lnTo>
                    <a:pt x="533400" y="3397313"/>
                  </a:lnTo>
                  <a:lnTo>
                    <a:pt x="495300" y="3530650"/>
                  </a:lnTo>
                  <a:lnTo>
                    <a:pt x="495300" y="3713403"/>
                  </a:lnTo>
                  <a:lnTo>
                    <a:pt x="533400" y="3845268"/>
                  </a:lnTo>
                  <a:lnTo>
                    <a:pt x="558800" y="3886873"/>
                  </a:lnTo>
                  <a:lnTo>
                    <a:pt x="584200" y="3926878"/>
                  </a:lnTo>
                  <a:lnTo>
                    <a:pt x="609600" y="3965016"/>
                  </a:lnTo>
                  <a:lnTo>
                    <a:pt x="635000" y="4001046"/>
                  </a:lnTo>
                  <a:lnTo>
                    <a:pt x="673100" y="4034713"/>
                  </a:lnTo>
                  <a:lnTo>
                    <a:pt x="711200" y="4065752"/>
                  </a:lnTo>
                  <a:lnTo>
                    <a:pt x="749300" y="4093921"/>
                  </a:lnTo>
                  <a:lnTo>
                    <a:pt x="800100" y="4118953"/>
                  </a:lnTo>
                  <a:lnTo>
                    <a:pt x="838200" y="4137164"/>
                  </a:lnTo>
                  <a:lnTo>
                    <a:pt x="889000" y="4151604"/>
                  </a:lnTo>
                  <a:lnTo>
                    <a:pt x="939800" y="4162298"/>
                  </a:lnTo>
                  <a:lnTo>
                    <a:pt x="977900" y="4169308"/>
                  </a:lnTo>
                  <a:lnTo>
                    <a:pt x="1028700" y="4172661"/>
                  </a:lnTo>
                  <a:lnTo>
                    <a:pt x="1041400" y="4172597"/>
                  </a:lnTo>
                  <a:lnTo>
                    <a:pt x="1054100" y="4172521"/>
                  </a:lnTo>
                  <a:lnTo>
                    <a:pt x="1066800" y="4172458"/>
                  </a:lnTo>
                  <a:lnTo>
                    <a:pt x="1130300" y="4168533"/>
                  </a:lnTo>
                  <a:lnTo>
                    <a:pt x="1181100" y="4161129"/>
                  </a:lnTo>
                  <a:lnTo>
                    <a:pt x="1231900" y="4150220"/>
                  </a:lnTo>
                  <a:lnTo>
                    <a:pt x="1270000" y="4135844"/>
                  </a:lnTo>
                  <a:lnTo>
                    <a:pt x="1320800" y="4118038"/>
                  </a:lnTo>
                  <a:lnTo>
                    <a:pt x="1358900" y="4096842"/>
                  </a:lnTo>
                  <a:lnTo>
                    <a:pt x="1409700" y="4072280"/>
                  </a:lnTo>
                  <a:lnTo>
                    <a:pt x="1447800" y="4044416"/>
                  </a:lnTo>
                  <a:lnTo>
                    <a:pt x="1485900" y="4004627"/>
                  </a:lnTo>
                  <a:lnTo>
                    <a:pt x="1536700" y="3962247"/>
                  </a:lnTo>
                  <a:lnTo>
                    <a:pt x="1562100" y="3917924"/>
                  </a:lnTo>
                  <a:lnTo>
                    <a:pt x="1600200" y="3872331"/>
                  </a:lnTo>
                  <a:lnTo>
                    <a:pt x="1651000" y="3779990"/>
                  </a:lnTo>
                  <a:lnTo>
                    <a:pt x="1663700" y="3734562"/>
                  </a:lnTo>
                  <a:lnTo>
                    <a:pt x="1689100" y="3690518"/>
                  </a:lnTo>
                  <a:lnTo>
                    <a:pt x="1701800" y="3648519"/>
                  </a:lnTo>
                  <a:lnTo>
                    <a:pt x="1701800" y="3609225"/>
                  </a:lnTo>
                  <a:lnTo>
                    <a:pt x="1752600" y="3415715"/>
                  </a:lnTo>
                  <a:lnTo>
                    <a:pt x="1752600" y="3317087"/>
                  </a:lnTo>
                  <a:lnTo>
                    <a:pt x="1765300" y="3267367"/>
                  </a:lnTo>
                  <a:lnTo>
                    <a:pt x="1765300" y="3066465"/>
                  </a:lnTo>
                  <a:lnTo>
                    <a:pt x="1752600" y="3015831"/>
                  </a:lnTo>
                  <a:lnTo>
                    <a:pt x="1752600" y="2914243"/>
                  </a:lnTo>
                  <a:lnTo>
                    <a:pt x="1714500" y="2761399"/>
                  </a:lnTo>
                  <a:lnTo>
                    <a:pt x="1714500" y="2710408"/>
                  </a:lnTo>
                  <a:lnTo>
                    <a:pt x="1701800" y="2659456"/>
                  </a:lnTo>
                  <a:lnTo>
                    <a:pt x="1676400" y="2608542"/>
                  </a:lnTo>
                  <a:lnTo>
                    <a:pt x="1841500" y="2471788"/>
                  </a:lnTo>
                  <a:lnTo>
                    <a:pt x="1917700" y="2408047"/>
                  </a:lnTo>
                  <a:lnTo>
                    <a:pt x="1993900" y="2343353"/>
                  </a:lnTo>
                  <a:lnTo>
                    <a:pt x="2032000" y="2310587"/>
                  </a:lnTo>
                  <a:lnTo>
                    <a:pt x="2070100" y="2277516"/>
                  </a:lnTo>
                  <a:lnTo>
                    <a:pt x="2108200" y="2244115"/>
                  </a:lnTo>
                  <a:lnTo>
                    <a:pt x="2146300" y="2210371"/>
                  </a:lnTo>
                  <a:lnTo>
                    <a:pt x="2171700" y="2176259"/>
                  </a:lnTo>
                  <a:lnTo>
                    <a:pt x="2209800" y="2141740"/>
                  </a:lnTo>
                  <a:lnTo>
                    <a:pt x="2247900" y="2106815"/>
                  </a:lnTo>
                  <a:lnTo>
                    <a:pt x="2286000" y="2071458"/>
                  </a:lnTo>
                  <a:lnTo>
                    <a:pt x="2311400" y="2035632"/>
                  </a:lnTo>
                  <a:lnTo>
                    <a:pt x="2362200" y="2122767"/>
                  </a:lnTo>
                  <a:lnTo>
                    <a:pt x="2374900" y="2166188"/>
                  </a:lnTo>
                  <a:lnTo>
                    <a:pt x="2451100" y="2295982"/>
                  </a:lnTo>
                  <a:lnTo>
                    <a:pt x="2489200" y="2386850"/>
                  </a:lnTo>
                  <a:lnTo>
                    <a:pt x="2616200" y="2628277"/>
                  </a:lnTo>
                  <a:lnTo>
                    <a:pt x="2641600" y="2671165"/>
                  </a:lnTo>
                  <a:lnTo>
                    <a:pt x="2654300" y="2714675"/>
                  </a:lnTo>
                  <a:lnTo>
                    <a:pt x="2679700" y="2758783"/>
                  </a:lnTo>
                  <a:lnTo>
                    <a:pt x="2692400" y="2799664"/>
                  </a:lnTo>
                  <a:lnTo>
                    <a:pt x="2692400" y="1892071"/>
                  </a:lnTo>
                  <a:lnTo>
                    <a:pt x="2667000" y="1848205"/>
                  </a:lnTo>
                  <a:lnTo>
                    <a:pt x="2654300" y="1804301"/>
                  </a:lnTo>
                  <a:lnTo>
                    <a:pt x="2603500" y="1716328"/>
                  </a:lnTo>
                  <a:lnTo>
                    <a:pt x="2590800" y="1672272"/>
                  </a:lnTo>
                  <a:lnTo>
                    <a:pt x="2667000" y="1540332"/>
                  </a:lnTo>
                  <a:lnTo>
                    <a:pt x="2679700" y="1495552"/>
                  </a:lnTo>
                  <a:lnTo>
                    <a:pt x="2692400" y="1468945"/>
                  </a:lnTo>
                  <a:lnTo>
                    <a:pt x="2692400" y="86537"/>
                  </a:lnTo>
                  <a:close/>
                </a:path>
              </a:pathLst>
            </a:custGeom>
            <a:solidFill>
              <a:srgbClr val="FFFFFF">
                <a:alpha val="2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0" name="Google Shape;90;p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6086419" y="3325442"/>
              <a:ext cx="723751" cy="7235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4858134" y="5151548"/>
              <a:ext cx="723751" cy="72358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" name="Google Shape;92;p9"/>
          <p:cNvSpPr txBox="1"/>
          <p:nvPr/>
        </p:nvSpPr>
        <p:spPr>
          <a:xfrm>
            <a:off x="16188221" y="998855"/>
            <a:ext cx="1083945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Page 03</a:t>
            </a:r>
            <a:endParaRPr sz="2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3" name="Google Shape;93;p9"/>
          <p:cNvSpPr txBox="1"/>
          <p:nvPr>
            <p:ph type="title"/>
          </p:nvPr>
        </p:nvSpPr>
        <p:spPr>
          <a:xfrm>
            <a:off x="438026" y="361663"/>
            <a:ext cx="14745459" cy="145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775">
            <a:spAutoFit/>
          </a:bodyPr>
          <a:lstStyle/>
          <a:p>
            <a:pPr indent="0" lvl="0" marL="3416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50">
                <a:solidFill>
                  <a:srgbClr val="81D3B4"/>
                </a:solidFill>
              </a:rPr>
              <a:t>Motivation &amp; Project Goals</a:t>
            </a:r>
            <a:endParaRPr sz="6550"/>
          </a:p>
        </p:txBody>
      </p:sp>
      <p:sp>
        <p:nvSpPr>
          <p:cNvPr id="94" name="Google Shape;94;p9"/>
          <p:cNvSpPr txBox="1"/>
          <p:nvPr/>
        </p:nvSpPr>
        <p:spPr>
          <a:xfrm>
            <a:off x="1218500" y="2266175"/>
            <a:ext cx="10932300" cy="80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Motivation: Early disease detection can save crops, reduce pesticide use, and improve productivity.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Opportunity: Advances in computer vision and transfer learning enable effective solutions with limited data.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Achieve high classification accuracy (&gt;90%).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Optimize model size with quantization for real-world deployment.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Improve model efficiency using Knowledge Distillation (KD) to create a faster lightweight student model for deployment.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0"/>
          <p:cNvGrpSpPr/>
          <p:nvPr/>
        </p:nvGrpSpPr>
        <p:grpSpPr>
          <a:xfrm>
            <a:off x="15332622" y="8777926"/>
            <a:ext cx="1923414" cy="476258"/>
            <a:chOff x="15332622" y="8777926"/>
            <a:chExt cx="1923414" cy="476258"/>
          </a:xfrm>
        </p:grpSpPr>
        <p:pic>
          <p:nvPicPr>
            <p:cNvPr id="100" name="Google Shape;100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332649" y="8777926"/>
              <a:ext cx="1922819" cy="4758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10"/>
            <p:cNvSpPr/>
            <p:nvPr/>
          </p:nvSpPr>
          <p:spPr>
            <a:xfrm>
              <a:off x="15332622" y="8777934"/>
              <a:ext cx="1923414" cy="476250"/>
            </a:xfrm>
            <a:custGeom>
              <a:rect b="b" l="l" r="r" t="t"/>
              <a:pathLst>
                <a:path extrusionOk="0" h="476250" w="1923415">
                  <a:moveTo>
                    <a:pt x="1922856" y="243446"/>
                  </a:moveTo>
                  <a:lnTo>
                    <a:pt x="1918462" y="195033"/>
                  </a:lnTo>
                  <a:lnTo>
                    <a:pt x="1904720" y="149682"/>
                  </a:lnTo>
                  <a:lnTo>
                    <a:pt x="1882648" y="108407"/>
                  </a:lnTo>
                  <a:lnTo>
                    <a:pt x="1853272" y="72275"/>
                  </a:lnTo>
                  <a:lnTo>
                    <a:pt x="1817611" y="42316"/>
                  </a:lnTo>
                  <a:lnTo>
                    <a:pt x="1776704" y="19596"/>
                  </a:lnTo>
                  <a:lnTo>
                    <a:pt x="1731568" y="5130"/>
                  </a:lnTo>
                  <a:lnTo>
                    <a:pt x="1683245" y="0"/>
                  </a:lnTo>
                  <a:lnTo>
                    <a:pt x="1636483" y="4419"/>
                  </a:lnTo>
                  <a:lnTo>
                    <a:pt x="1592757" y="17360"/>
                  </a:lnTo>
                  <a:lnTo>
                    <a:pt x="1552930" y="37960"/>
                  </a:lnTo>
                  <a:lnTo>
                    <a:pt x="1517891" y="65341"/>
                  </a:lnTo>
                  <a:lnTo>
                    <a:pt x="1488490" y="98640"/>
                  </a:lnTo>
                  <a:lnTo>
                    <a:pt x="1465605" y="137007"/>
                  </a:lnTo>
                  <a:lnTo>
                    <a:pt x="1441043" y="174193"/>
                  </a:lnTo>
                  <a:lnTo>
                    <a:pt x="1407896" y="202628"/>
                  </a:lnTo>
                  <a:lnTo>
                    <a:pt x="1368272" y="220814"/>
                  </a:lnTo>
                  <a:lnTo>
                    <a:pt x="1324279" y="227203"/>
                  </a:lnTo>
                  <a:lnTo>
                    <a:pt x="1320406" y="227203"/>
                  </a:lnTo>
                  <a:lnTo>
                    <a:pt x="1276400" y="220814"/>
                  </a:lnTo>
                  <a:lnTo>
                    <a:pt x="1236789" y="202628"/>
                  </a:lnTo>
                  <a:lnTo>
                    <a:pt x="1203642" y="174193"/>
                  </a:lnTo>
                  <a:lnTo>
                    <a:pt x="1179080" y="137007"/>
                  </a:lnTo>
                  <a:lnTo>
                    <a:pt x="1156182" y="98640"/>
                  </a:lnTo>
                  <a:lnTo>
                    <a:pt x="1126782" y="65341"/>
                  </a:lnTo>
                  <a:lnTo>
                    <a:pt x="1091742" y="37960"/>
                  </a:lnTo>
                  <a:lnTo>
                    <a:pt x="1051928" y="17360"/>
                  </a:lnTo>
                  <a:lnTo>
                    <a:pt x="1008202" y="4419"/>
                  </a:lnTo>
                  <a:lnTo>
                    <a:pt x="961428" y="0"/>
                  </a:lnTo>
                  <a:lnTo>
                    <a:pt x="914666" y="4419"/>
                  </a:lnTo>
                  <a:lnTo>
                    <a:pt x="870940" y="17360"/>
                  </a:lnTo>
                  <a:lnTo>
                    <a:pt x="831126" y="37960"/>
                  </a:lnTo>
                  <a:lnTo>
                    <a:pt x="796074" y="65341"/>
                  </a:lnTo>
                  <a:lnTo>
                    <a:pt x="766673" y="98640"/>
                  </a:lnTo>
                  <a:lnTo>
                    <a:pt x="743788" y="137007"/>
                  </a:lnTo>
                  <a:lnTo>
                    <a:pt x="719226" y="174193"/>
                  </a:lnTo>
                  <a:lnTo>
                    <a:pt x="686079" y="202628"/>
                  </a:lnTo>
                  <a:lnTo>
                    <a:pt x="646455" y="220814"/>
                  </a:lnTo>
                  <a:lnTo>
                    <a:pt x="602462" y="227203"/>
                  </a:lnTo>
                  <a:lnTo>
                    <a:pt x="598589" y="227203"/>
                  </a:lnTo>
                  <a:lnTo>
                    <a:pt x="554583" y="220814"/>
                  </a:lnTo>
                  <a:lnTo>
                    <a:pt x="514972" y="202628"/>
                  </a:lnTo>
                  <a:lnTo>
                    <a:pt x="481825" y="174193"/>
                  </a:lnTo>
                  <a:lnTo>
                    <a:pt x="457263" y="137007"/>
                  </a:lnTo>
                  <a:lnTo>
                    <a:pt x="434365" y="98640"/>
                  </a:lnTo>
                  <a:lnTo>
                    <a:pt x="404964" y="65341"/>
                  </a:lnTo>
                  <a:lnTo>
                    <a:pt x="369925" y="37960"/>
                  </a:lnTo>
                  <a:lnTo>
                    <a:pt x="330111" y="17360"/>
                  </a:lnTo>
                  <a:lnTo>
                    <a:pt x="286385" y="4419"/>
                  </a:lnTo>
                  <a:lnTo>
                    <a:pt x="239610" y="0"/>
                  </a:lnTo>
                  <a:lnTo>
                    <a:pt x="191287" y="5130"/>
                  </a:lnTo>
                  <a:lnTo>
                    <a:pt x="146164" y="19596"/>
                  </a:lnTo>
                  <a:lnTo>
                    <a:pt x="105257" y="42316"/>
                  </a:lnTo>
                  <a:lnTo>
                    <a:pt x="69596" y="72275"/>
                  </a:lnTo>
                  <a:lnTo>
                    <a:pt x="40220" y="108407"/>
                  </a:lnTo>
                  <a:lnTo>
                    <a:pt x="18135" y="149682"/>
                  </a:lnTo>
                  <a:lnTo>
                    <a:pt x="4406" y="195033"/>
                  </a:lnTo>
                  <a:lnTo>
                    <a:pt x="0" y="243446"/>
                  </a:lnTo>
                  <a:lnTo>
                    <a:pt x="5435" y="291312"/>
                  </a:lnTo>
                  <a:lnTo>
                    <a:pt x="19773" y="335851"/>
                  </a:lnTo>
                  <a:lnTo>
                    <a:pt x="42075" y="376123"/>
                  </a:lnTo>
                  <a:lnTo>
                    <a:pt x="71424" y="411187"/>
                  </a:lnTo>
                  <a:lnTo>
                    <a:pt x="106857" y="440105"/>
                  </a:lnTo>
                  <a:lnTo>
                    <a:pt x="147434" y="461937"/>
                  </a:lnTo>
                  <a:lnTo>
                    <a:pt x="192214" y="475716"/>
                  </a:lnTo>
                  <a:lnTo>
                    <a:pt x="193649" y="475869"/>
                  </a:lnTo>
                  <a:lnTo>
                    <a:pt x="287134" y="475869"/>
                  </a:lnTo>
                  <a:lnTo>
                    <a:pt x="330923" y="462826"/>
                  </a:lnTo>
                  <a:lnTo>
                    <a:pt x="370776" y="442023"/>
                  </a:lnTo>
                  <a:lnTo>
                    <a:pt x="405790" y="414401"/>
                  </a:lnTo>
                  <a:lnTo>
                    <a:pt x="435114" y="380847"/>
                  </a:lnTo>
                  <a:lnTo>
                    <a:pt x="457873" y="342239"/>
                  </a:lnTo>
                  <a:lnTo>
                    <a:pt x="482333" y="305295"/>
                  </a:lnTo>
                  <a:lnTo>
                    <a:pt x="515658" y="277291"/>
                  </a:lnTo>
                  <a:lnTo>
                    <a:pt x="555485" y="259524"/>
                  </a:lnTo>
                  <a:lnTo>
                    <a:pt x="599465" y="253314"/>
                  </a:lnTo>
                  <a:lnTo>
                    <a:pt x="601573" y="253314"/>
                  </a:lnTo>
                  <a:lnTo>
                    <a:pt x="645553" y="259524"/>
                  </a:lnTo>
                  <a:lnTo>
                    <a:pt x="685393" y="277291"/>
                  </a:lnTo>
                  <a:lnTo>
                    <a:pt x="718718" y="305295"/>
                  </a:lnTo>
                  <a:lnTo>
                    <a:pt x="743178" y="342239"/>
                  </a:lnTo>
                  <a:lnTo>
                    <a:pt x="765429" y="380161"/>
                  </a:lnTo>
                  <a:lnTo>
                    <a:pt x="794029" y="413219"/>
                  </a:lnTo>
                  <a:lnTo>
                    <a:pt x="828141" y="440601"/>
                  </a:lnTo>
                  <a:lnTo>
                    <a:pt x="866940" y="461479"/>
                  </a:lnTo>
                  <a:lnTo>
                    <a:pt x="909612" y="475030"/>
                  </a:lnTo>
                  <a:lnTo>
                    <a:pt x="916698" y="475869"/>
                  </a:lnTo>
                  <a:lnTo>
                    <a:pt x="1006157" y="475869"/>
                  </a:lnTo>
                  <a:lnTo>
                    <a:pt x="1055916" y="461479"/>
                  </a:lnTo>
                  <a:lnTo>
                    <a:pt x="1094714" y="440601"/>
                  </a:lnTo>
                  <a:lnTo>
                    <a:pt x="1128826" y="413219"/>
                  </a:lnTo>
                  <a:lnTo>
                    <a:pt x="1157427" y="380161"/>
                  </a:lnTo>
                  <a:lnTo>
                    <a:pt x="1179690" y="342239"/>
                  </a:lnTo>
                  <a:lnTo>
                    <a:pt x="1204137" y="305295"/>
                  </a:lnTo>
                  <a:lnTo>
                    <a:pt x="1237475" y="277291"/>
                  </a:lnTo>
                  <a:lnTo>
                    <a:pt x="1277302" y="259524"/>
                  </a:lnTo>
                  <a:lnTo>
                    <a:pt x="1321282" y="253314"/>
                  </a:lnTo>
                  <a:lnTo>
                    <a:pt x="1323390" y="253314"/>
                  </a:lnTo>
                  <a:lnTo>
                    <a:pt x="1367370" y="259524"/>
                  </a:lnTo>
                  <a:lnTo>
                    <a:pt x="1407210" y="277291"/>
                  </a:lnTo>
                  <a:lnTo>
                    <a:pt x="1440535" y="305295"/>
                  </a:lnTo>
                  <a:lnTo>
                    <a:pt x="1464995" y="342239"/>
                  </a:lnTo>
                  <a:lnTo>
                    <a:pt x="1487741" y="380847"/>
                  </a:lnTo>
                  <a:lnTo>
                    <a:pt x="1517065" y="414401"/>
                  </a:lnTo>
                  <a:lnTo>
                    <a:pt x="1552092" y="442023"/>
                  </a:lnTo>
                  <a:lnTo>
                    <a:pt x="1591932" y="462826"/>
                  </a:lnTo>
                  <a:lnTo>
                    <a:pt x="1635721" y="475869"/>
                  </a:lnTo>
                  <a:lnTo>
                    <a:pt x="1729219" y="475869"/>
                  </a:lnTo>
                  <a:lnTo>
                    <a:pt x="1775434" y="461937"/>
                  </a:lnTo>
                  <a:lnTo>
                    <a:pt x="1816011" y="440105"/>
                  </a:lnTo>
                  <a:lnTo>
                    <a:pt x="1851444" y="411187"/>
                  </a:lnTo>
                  <a:lnTo>
                    <a:pt x="1880781" y="376123"/>
                  </a:lnTo>
                  <a:lnTo>
                    <a:pt x="1903095" y="335851"/>
                  </a:lnTo>
                  <a:lnTo>
                    <a:pt x="1917433" y="291312"/>
                  </a:lnTo>
                  <a:lnTo>
                    <a:pt x="1921738" y="253314"/>
                  </a:lnTo>
                  <a:lnTo>
                    <a:pt x="1922856" y="243446"/>
                  </a:lnTo>
                  <a:close/>
                </a:path>
              </a:pathLst>
            </a:custGeom>
            <a:solidFill>
              <a:srgbClr val="FFFFFF">
                <a:alpha val="2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10"/>
          <p:cNvSpPr txBox="1"/>
          <p:nvPr/>
        </p:nvSpPr>
        <p:spPr>
          <a:xfrm>
            <a:off x="16185542" y="998855"/>
            <a:ext cx="1086485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Page 04</a:t>
            </a:r>
            <a:endParaRPr sz="2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3" name="Google Shape;103;p10"/>
          <p:cNvSpPr txBox="1"/>
          <p:nvPr>
            <p:ph type="title"/>
          </p:nvPr>
        </p:nvSpPr>
        <p:spPr>
          <a:xfrm>
            <a:off x="6321982" y="361663"/>
            <a:ext cx="5643880" cy="8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Literature Survey</a:t>
            </a:r>
            <a:endParaRPr sz="5200"/>
          </a:p>
        </p:txBody>
      </p:sp>
      <p:sp>
        <p:nvSpPr>
          <p:cNvPr id="104" name="Google Shape;104;p10"/>
          <p:cNvSpPr txBox="1"/>
          <p:nvPr/>
        </p:nvSpPr>
        <p:spPr>
          <a:xfrm>
            <a:off x="1389325" y="2304125"/>
            <a:ext cx="13399500" cy="43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Existing Methods: VGG16/VGG19: Good accuracy but computationally heavy. 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ResNet: Strong feature extraction but slower training. MobileNet/Lightweight CNNs: Faster but lower accuracy. Limitations: High computational cost.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Research Gap: Need a lightweight yet accurate model that works well on real-world plant images.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u="sng">
                <a:solidFill>
                  <a:schemeClr val="hlink"/>
                </a:solidFill>
                <a:latin typeface="Lucida Sans"/>
                <a:ea typeface="Lucida Sans"/>
                <a:cs typeface="Lucida Sans"/>
                <a:sym typeface="Lucida Sans"/>
                <a:hlinkClick r:id="rId4"/>
              </a:rPr>
              <a:t>https://keras.io/api/applications/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05" name="Google Shape;105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3950" y="6650525"/>
            <a:ext cx="9418100" cy="333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1"/>
          <p:cNvGrpSpPr/>
          <p:nvPr/>
        </p:nvGrpSpPr>
        <p:grpSpPr>
          <a:xfrm>
            <a:off x="15332622" y="8777926"/>
            <a:ext cx="1923414" cy="476258"/>
            <a:chOff x="15332622" y="8777926"/>
            <a:chExt cx="1923414" cy="476258"/>
          </a:xfrm>
        </p:grpSpPr>
        <p:pic>
          <p:nvPicPr>
            <p:cNvPr id="111" name="Google Shape;111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332649" y="8777926"/>
              <a:ext cx="1922819" cy="4758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" name="Google Shape;112;p11"/>
            <p:cNvSpPr/>
            <p:nvPr/>
          </p:nvSpPr>
          <p:spPr>
            <a:xfrm>
              <a:off x="15332622" y="8777934"/>
              <a:ext cx="1923414" cy="476250"/>
            </a:xfrm>
            <a:custGeom>
              <a:rect b="b" l="l" r="r" t="t"/>
              <a:pathLst>
                <a:path extrusionOk="0" h="476250" w="1923415">
                  <a:moveTo>
                    <a:pt x="1922856" y="243446"/>
                  </a:moveTo>
                  <a:lnTo>
                    <a:pt x="1918462" y="195033"/>
                  </a:lnTo>
                  <a:lnTo>
                    <a:pt x="1904720" y="149682"/>
                  </a:lnTo>
                  <a:lnTo>
                    <a:pt x="1882648" y="108407"/>
                  </a:lnTo>
                  <a:lnTo>
                    <a:pt x="1853272" y="72275"/>
                  </a:lnTo>
                  <a:lnTo>
                    <a:pt x="1817611" y="42316"/>
                  </a:lnTo>
                  <a:lnTo>
                    <a:pt x="1776704" y="19596"/>
                  </a:lnTo>
                  <a:lnTo>
                    <a:pt x="1731568" y="5130"/>
                  </a:lnTo>
                  <a:lnTo>
                    <a:pt x="1683245" y="0"/>
                  </a:lnTo>
                  <a:lnTo>
                    <a:pt x="1636483" y="4419"/>
                  </a:lnTo>
                  <a:lnTo>
                    <a:pt x="1592757" y="17360"/>
                  </a:lnTo>
                  <a:lnTo>
                    <a:pt x="1552930" y="37960"/>
                  </a:lnTo>
                  <a:lnTo>
                    <a:pt x="1517891" y="65341"/>
                  </a:lnTo>
                  <a:lnTo>
                    <a:pt x="1488490" y="98640"/>
                  </a:lnTo>
                  <a:lnTo>
                    <a:pt x="1465605" y="137007"/>
                  </a:lnTo>
                  <a:lnTo>
                    <a:pt x="1441043" y="174193"/>
                  </a:lnTo>
                  <a:lnTo>
                    <a:pt x="1407896" y="202628"/>
                  </a:lnTo>
                  <a:lnTo>
                    <a:pt x="1368272" y="220814"/>
                  </a:lnTo>
                  <a:lnTo>
                    <a:pt x="1324279" y="227203"/>
                  </a:lnTo>
                  <a:lnTo>
                    <a:pt x="1320406" y="227203"/>
                  </a:lnTo>
                  <a:lnTo>
                    <a:pt x="1276400" y="220814"/>
                  </a:lnTo>
                  <a:lnTo>
                    <a:pt x="1236789" y="202628"/>
                  </a:lnTo>
                  <a:lnTo>
                    <a:pt x="1203642" y="174193"/>
                  </a:lnTo>
                  <a:lnTo>
                    <a:pt x="1179080" y="137007"/>
                  </a:lnTo>
                  <a:lnTo>
                    <a:pt x="1156182" y="98640"/>
                  </a:lnTo>
                  <a:lnTo>
                    <a:pt x="1126782" y="65341"/>
                  </a:lnTo>
                  <a:lnTo>
                    <a:pt x="1091742" y="37960"/>
                  </a:lnTo>
                  <a:lnTo>
                    <a:pt x="1051928" y="17360"/>
                  </a:lnTo>
                  <a:lnTo>
                    <a:pt x="1008202" y="4419"/>
                  </a:lnTo>
                  <a:lnTo>
                    <a:pt x="961428" y="0"/>
                  </a:lnTo>
                  <a:lnTo>
                    <a:pt x="914666" y="4419"/>
                  </a:lnTo>
                  <a:lnTo>
                    <a:pt x="870940" y="17360"/>
                  </a:lnTo>
                  <a:lnTo>
                    <a:pt x="831126" y="37960"/>
                  </a:lnTo>
                  <a:lnTo>
                    <a:pt x="796074" y="65341"/>
                  </a:lnTo>
                  <a:lnTo>
                    <a:pt x="766673" y="98640"/>
                  </a:lnTo>
                  <a:lnTo>
                    <a:pt x="743788" y="137007"/>
                  </a:lnTo>
                  <a:lnTo>
                    <a:pt x="719226" y="174193"/>
                  </a:lnTo>
                  <a:lnTo>
                    <a:pt x="686079" y="202628"/>
                  </a:lnTo>
                  <a:lnTo>
                    <a:pt x="646455" y="220814"/>
                  </a:lnTo>
                  <a:lnTo>
                    <a:pt x="602462" y="227203"/>
                  </a:lnTo>
                  <a:lnTo>
                    <a:pt x="598589" y="227203"/>
                  </a:lnTo>
                  <a:lnTo>
                    <a:pt x="554583" y="220814"/>
                  </a:lnTo>
                  <a:lnTo>
                    <a:pt x="514972" y="202628"/>
                  </a:lnTo>
                  <a:lnTo>
                    <a:pt x="481825" y="174193"/>
                  </a:lnTo>
                  <a:lnTo>
                    <a:pt x="457263" y="137007"/>
                  </a:lnTo>
                  <a:lnTo>
                    <a:pt x="434365" y="98640"/>
                  </a:lnTo>
                  <a:lnTo>
                    <a:pt x="404964" y="65341"/>
                  </a:lnTo>
                  <a:lnTo>
                    <a:pt x="369925" y="37960"/>
                  </a:lnTo>
                  <a:lnTo>
                    <a:pt x="330111" y="17360"/>
                  </a:lnTo>
                  <a:lnTo>
                    <a:pt x="286385" y="4419"/>
                  </a:lnTo>
                  <a:lnTo>
                    <a:pt x="239610" y="0"/>
                  </a:lnTo>
                  <a:lnTo>
                    <a:pt x="191287" y="5130"/>
                  </a:lnTo>
                  <a:lnTo>
                    <a:pt x="146164" y="19596"/>
                  </a:lnTo>
                  <a:lnTo>
                    <a:pt x="105257" y="42316"/>
                  </a:lnTo>
                  <a:lnTo>
                    <a:pt x="69596" y="72275"/>
                  </a:lnTo>
                  <a:lnTo>
                    <a:pt x="40220" y="108407"/>
                  </a:lnTo>
                  <a:lnTo>
                    <a:pt x="18135" y="149682"/>
                  </a:lnTo>
                  <a:lnTo>
                    <a:pt x="4406" y="195033"/>
                  </a:lnTo>
                  <a:lnTo>
                    <a:pt x="0" y="243446"/>
                  </a:lnTo>
                  <a:lnTo>
                    <a:pt x="5435" y="291312"/>
                  </a:lnTo>
                  <a:lnTo>
                    <a:pt x="19773" y="335851"/>
                  </a:lnTo>
                  <a:lnTo>
                    <a:pt x="42075" y="376123"/>
                  </a:lnTo>
                  <a:lnTo>
                    <a:pt x="71424" y="411187"/>
                  </a:lnTo>
                  <a:lnTo>
                    <a:pt x="106857" y="440105"/>
                  </a:lnTo>
                  <a:lnTo>
                    <a:pt x="147434" y="461937"/>
                  </a:lnTo>
                  <a:lnTo>
                    <a:pt x="192214" y="475716"/>
                  </a:lnTo>
                  <a:lnTo>
                    <a:pt x="193649" y="475869"/>
                  </a:lnTo>
                  <a:lnTo>
                    <a:pt x="287134" y="475869"/>
                  </a:lnTo>
                  <a:lnTo>
                    <a:pt x="330923" y="462826"/>
                  </a:lnTo>
                  <a:lnTo>
                    <a:pt x="370776" y="442023"/>
                  </a:lnTo>
                  <a:lnTo>
                    <a:pt x="405790" y="414401"/>
                  </a:lnTo>
                  <a:lnTo>
                    <a:pt x="435114" y="380847"/>
                  </a:lnTo>
                  <a:lnTo>
                    <a:pt x="457873" y="342239"/>
                  </a:lnTo>
                  <a:lnTo>
                    <a:pt x="482333" y="305295"/>
                  </a:lnTo>
                  <a:lnTo>
                    <a:pt x="515658" y="277291"/>
                  </a:lnTo>
                  <a:lnTo>
                    <a:pt x="555485" y="259524"/>
                  </a:lnTo>
                  <a:lnTo>
                    <a:pt x="599465" y="253314"/>
                  </a:lnTo>
                  <a:lnTo>
                    <a:pt x="601573" y="253314"/>
                  </a:lnTo>
                  <a:lnTo>
                    <a:pt x="645553" y="259524"/>
                  </a:lnTo>
                  <a:lnTo>
                    <a:pt x="685393" y="277291"/>
                  </a:lnTo>
                  <a:lnTo>
                    <a:pt x="718718" y="305295"/>
                  </a:lnTo>
                  <a:lnTo>
                    <a:pt x="743178" y="342239"/>
                  </a:lnTo>
                  <a:lnTo>
                    <a:pt x="765429" y="380161"/>
                  </a:lnTo>
                  <a:lnTo>
                    <a:pt x="794029" y="413219"/>
                  </a:lnTo>
                  <a:lnTo>
                    <a:pt x="828141" y="440601"/>
                  </a:lnTo>
                  <a:lnTo>
                    <a:pt x="866940" y="461479"/>
                  </a:lnTo>
                  <a:lnTo>
                    <a:pt x="909612" y="475030"/>
                  </a:lnTo>
                  <a:lnTo>
                    <a:pt x="916698" y="475869"/>
                  </a:lnTo>
                  <a:lnTo>
                    <a:pt x="1006157" y="475869"/>
                  </a:lnTo>
                  <a:lnTo>
                    <a:pt x="1055916" y="461479"/>
                  </a:lnTo>
                  <a:lnTo>
                    <a:pt x="1094714" y="440601"/>
                  </a:lnTo>
                  <a:lnTo>
                    <a:pt x="1128826" y="413219"/>
                  </a:lnTo>
                  <a:lnTo>
                    <a:pt x="1157427" y="380161"/>
                  </a:lnTo>
                  <a:lnTo>
                    <a:pt x="1179690" y="342239"/>
                  </a:lnTo>
                  <a:lnTo>
                    <a:pt x="1204137" y="305295"/>
                  </a:lnTo>
                  <a:lnTo>
                    <a:pt x="1237475" y="277291"/>
                  </a:lnTo>
                  <a:lnTo>
                    <a:pt x="1277302" y="259524"/>
                  </a:lnTo>
                  <a:lnTo>
                    <a:pt x="1321282" y="253314"/>
                  </a:lnTo>
                  <a:lnTo>
                    <a:pt x="1323390" y="253314"/>
                  </a:lnTo>
                  <a:lnTo>
                    <a:pt x="1367370" y="259524"/>
                  </a:lnTo>
                  <a:lnTo>
                    <a:pt x="1407210" y="277291"/>
                  </a:lnTo>
                  <a:lnTo>
                    <a:pt x="1440535" y="305295"/>
                  </a:lnTo>
                  <a:lnTo>
                    <a:pt x="1464995" y="342239"/>
                  </a:lnTo>
                  <a:lnTo>
                    <a:pt x="1487741" y="380847"/>
                  </a:lnTo>
                  <a:lnTo>
                    <a:pt x="1517065" y="414401"/>
                  </a:lnTo>
                  <a:lnTo>
                    <a:pt x="1552092" y="442023"/>
                  </a:lnTo>
                  <a:lnTo>
                    <a:pt x="1591932" y="462826"/>
                  </a:lnTo>
                  <a:lnTo>
                    <a:pt x="1635721" y="475869"/>
                  </a:lnTo>
                  <a:lnTo>
                    <a:pt x="1729219" y="475869"/>
                  </a:lnTo>
                  <a:lnTo>
                    <a:pt x="1775434" y="461937"/>
                  </a:lnTo>
                  <a:lnTo>
                    <a:pt x="1816011" y="440105"/>
                  </a:lnTo>
                  <a:lnTo>
                    <a:pt x="1851444" y="411187"/>
                  </a:lnTo>
                  <a:lnTo>
                    <a:pt x="1880781" y="376123"/>
                  </a:lnTo>
                  <a:lnTo>
                    <a:pt x="1903095" y="335851"/>
                  </a:lnTo>
                  <a:lnTo>
                    <a:pt x="1917433" y="291312"/>
                  </a:lnTo>
                  <a:lnTo>
                    <a:pt x="1921738" y="253314"/>
                  </a:lnTo>
                  <a:lnTo>
                    <a:pt x="1922856" y="243446"/>
                  </a:lnTo>
                  <a:close/>
                </a:path>
              </a:pathLst>
            </a:custGeom>
            <a:solidFill>
              <a:srgbClr val="FFFFFF">
                <a:alpha val="2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1"/>
          <p:cNvSpPr txBox="1"/>
          <p:nvPr/>
        </p:nvSpPr>
        <p:spPr>
          <a:xfrm>
            <a:off x="16185542" y="998855"/>
            <a:ext cx="10866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Page 05</a:t>
            </a:r>
            <a:endParaRPr sz="2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4" name="Google Shape;114;p11"/>
          <p:cNvSpPr txBox="1"/>
          <p:nvPr>
            <p:ph type="title"/>
          </p:nvPr>
        </p:nvSpPr>
        <p:spPr>
          <a:xfrm>
            <a:off x="6321982" y="361663"/>
            <a:ext cx="5643900" cy="16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Proposed Methodology</a:t>
            </a:r>
            <a:endParaRPr sz="5200"/>
          </a:p>
        </p:txBody>
      </p:sp>
      <p:sp>
        <p:nvSpPr>
          <p:cNvPr id="115" name="Google Shape;115;p11"/>
          <p:cNvSpPr txBox="1"/>
          <p:nvPr/>
        </p:nvSpPr>
        <p:spPr>
          <a:xfrm>
            <a:off x="1617075" y="2588825"/>
            <a:ext cx="13361700" cy="6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Core Idea: Leverage transfer learning and knowledge distillation by fine-tuning Xception on the PlantDoc dataset and transferring its learned representations to a lightweight MobileNetV2 student model. The pipeline is supported with data augmentation, class balancing, and model quantization for real-world deployment.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Technologies Used: Python, TensorFlow/Keras, Scikit-learn, Matplotlib.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2"/>
          <p:cNvGrpSpPr/>
          <p:nvPr/>
        </p:nvGrpSpPr>
        <p:grpSpPr>
          <a:xfrm>
            <a:off x="15332622" y="8777926"/>
            <a:ext cx="1923415" cy="476258"/>
            <a:chOff x="15332622" y="8777926"/>
            <a:chExt cx="1923415" cy="476258"/>
          </a:xfrm>
        </p:grpSpPr>
        <p:pic>
          <p:nvPicPr>
            <p:cNvPr id="121" name="Google Shape;121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332649" y="8777926"/>
              <a:ext cx="1922819" cy="4758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p12"/>
            <p:cNvSpPr/>
            <p:nvPr/>
          </p:nvSpPr>
          <p:spPr>
            <a:xfrm>
              <a:off x="15332622" y="8777934"/>
              <a:ext cx="1923415" cy="476250"/>
            </a:xfrm>
            <a:custGeom>
              <a:rect b="b" l="l" r="r" t="t"/>
              <a:pathLst>
                <a:path extrusionOk="0" h="476250" w="1923415">
                  <a:moveTo>
                    <a:pt x="1922856" y="243446"/>
                  </a:moveTo>
                  <a:lnTo>
                    <a:pt x="1918462" y="195033"/>
                  </a:lnTo>
                  <a:lnTo>
                    <a:pt x="1904720" y="149682"/>
                  </a:lnTo>
                  <a:lnTo>
                    <a:pt x="1882648" y="108407"/>
                  </a:lnTo>
                  <a:lnTo>
                    <a:pt x="1853272" y="72275"/>
                  </a:lnTo>
                  <a:lnTo>
                    <a:pt x="1817611" y="42316"/>
                  </a:lnTo>
                  <a:lnTo>
                    <a:pt x="1776704" y="19596"/>
                  </a:lnTo>
                  <a:lnTo>
                    <a:pt x="1731568" y="5130"/>
                  </a:lnTo>
                  <a:lnTo>
                    <a:pt x="1683245" y="0"/>
                  </a:lnTo>
                  <a:lnTo>
                    <a:pt x="1636483" y="4419"/>
                  </a:lnTo>
                  <a:lnTo>
                    <a:pt x="1592757" y="17360"/>
                  </a:lnTo>
                  <a:lnTo>
                    <a:pt x="1552930" y="37960"/>
                  </a:lnTo>
                  <a:lnTo>
                    <a:pt x="1517891" y="65341"/>
                  </a:lnTo>
                  <a:lnTo>
                    <a:pt x="1488490" y="98640"/>
                  </a:lnTo>
                  <a:lnTo>
                    <a:pt x="1465605" y="137007"/>
                  </a:lnTo>
                  <a:lnTo>
                    <a:pt x="1441043" y="174193"/>
                  </a:lnTo>
                  <a:lnTo>
                    <a:pt x="1407896" y="202628"/>
                  </a:lnTo>
                  <a:lnTo>
                    <a:pt x="1368272" y="220814"/>
                  </a:lnTo>
                  <a:lnTo>
                    <a:pt x="1324279" y="227203"/>
                  </a:lnTo>
                  <a:lnTo>
                    <a:pt x="1320406" y="227203"/>
                  </a:lnTo>
                  <a:lnTo>
                    <a:pt x="1276400" y="220814"/>
                  </a:lnTo>
                  <a:lnTo>
                    <a:pt x="1236789" y="202628"/>
                  </a:lnTo>
                  <a:lnTo>
                    <a:pt x="1203642" y="174193"/>
                  </a:lnTo>
                  <a:lnTo>
                    <a:pt x="1179080" y="137007"/>
                  </a:lnTo>
                  <a:lnTo>
                    <a:pt x="1156182" y="98640"/>
                  </a:lnTo>
                  <a:lnTo>
                    <a:pt x="1126782" y="65341"/>
                  </a:lnTo>
                  <a:lnTo>
                    <a:pt x="1091742" y="37960"/>
                  </a:lnTo>
                  <a:lnTo>
                    <a:pt x="1051928" y="17360"/>
                  </a:lnTo>
                  <a:lnTo>
                    <a:pt x="1008202" y="4419"/>
                  </a:lnTo>
                  <a:lnTo>
                    <a:pt x="961428" y="0"/>
                  </a:lnTo>
                  <a:lnTo>
                    <a:pt x="914666" y="4419"/>
                  </a:lnTo>
                  <a:lnTo>
                    <a:pt x="870940" y="17360"/>
                  </a:lnTo>
                  <a:lnTo>
                    <a:pt x="831126" y="37960"/>
                  </a:lnTo>
                  <a:lnTo>
                    <a:pt x="796074" y="65341"/>
                  </a:lnTo>
                  <a:lnTo>
                    <a:pt x="766673" y="98640"/>
                  </a:lnTo>
                  <a:lnTo>
                    <a:pt x="743788" y="137007"/>
                  </a:lnTo>
                  <a:lnTo>
                    <a:pt x="719226" y="174193"/>
                  </a:lnTo>
                  <a:lnTo>
                    <a:pt x="686079" y="202628"/>
                  </a:lnTo>
                  <a:lnTo>
                    <a:pt x="646455" y="220814"/>
                  </a:lnTo>
                  <a:lnTo>
                    <a:pt x="602462" y="227203"/>
                  </a:lnTo>
                  <a:lnTo>
                    <a:pt x="598589" y="227203"/>
                  </a:lnTo>
                  <a:lnTo>
                    <a:pt x="554583" y="220814"/>
                  </a:lnTo>
                  <a:lnTo>
                    <a:pt x="514972" y="202628"/>
                  </a:lnTo>
                  <a:lnTo>
                    <a:pt x="481825" y="174193"/>
                  </a:lnTo>
                  <a:lnTo>
                    <a:pt x="457263" y="137007"/>
                  </a:lnTo>
                  <a:lnTo>
                    <a:pt x="434365" y="98640"/>
                  </a:lnTo>
                  <a:lnTo>
                    <a:pt x="404964" y="65341"/>
                  </a:lnTo>
                  <a:lnTo>
                    <a:pt x="369925" y="37960"/>
                  </a:lnTo>
                  <a:lnTo>
                    <a:pt x="330111" y="17360"/>
                  </a:lnTo>
                  <a:lnTo>
                    <a:pt x="286385" y="4419"/>
                  </a:lnTo>
                  <a:lnTo>
                    <a:pt x="239610" y="0"/>
                  </a:lnTo>
                  <a:lnTo>
                    <a:pt x="191287" y="5130"/>
                  </a:lnTo>
                  <a:lnTo>
                    <a:pt x="146164" y="19596"/>
                  </a:lnTo>
                  <a:lnTo>
                    <a:pt x="105257" y="42316"/>
                  </a:lnTo>
                  <a:lnTo>
                    <a:pt x="69596" y="72275"/>
                  </a:lnTo>
                  <a:lnTo>
                    <a:pt x="40220" y="108407"/>
                  </a:lnTo>
                  <a:lnTo>
                    <a:pt x="18135" y="149682"/>
                  </a:lnTo>
                  <a:lnTo>
                    <a:pt x="4406" y="195033"/>
                  </a:lnTo>
                  <a:lnTo>
                    <a:pt x="0" y="243446"/>
                  </a:lnTo>
                  <a:lnTo>
                    <a:pt x="5435" y="291312"/>
                  </a:lnTo>
                  <a:lnTo>
                    <a:pt x="19773" y="335851"/>
                  </a:lnTo>
                  <a:lnTo>
                    <a:pt x="42075" y="376123"/>
                  </a:lnTo>
                  <a:lnTo>
                    <a:pt x="71424" y="411187"/>
                  </a:lnTo>
                  <a:lnTo>
                    <a:pt x="106857" y="440105"/>
                  </a:lnTo>
                  <a:lnTo>
                    <a:pt x="147434" y="461937"/>
                  </a:lnTo>
                  <a:lnTo>
                    <a:pt x="192214" y="475716"/>
                  </a:lnTo>
                  <a:lnTo>
                    <a:pt x="193649" y="475869"/>
                  </a:lnTo>
                  <a:lnTo>
                    <a:pt x="287134" y="475869"/>
                  </a:lnTo>
                  <a:lnTo>
                    <a:pt x="330923" y="462826"/>
                  </a:lnTo>
                  <a:lnTo>
                    <a:pt x="370776" y="442023"/>
                  </a:lnTo>
                  <a:lnTo>
                    <a:pt x="405790" y="414401"/>
                  </a:lnTo>
                  <a:lnTo>
                    <a:pt x="435114" y="380847"/>
                  </a:lnTo>
                  <a:lnTo>
                    <a:pt x="457873" y="342239"/>
                  </a:lnTo>
                  <a:lnTo>
                    <a:pt x="482333" y="305295"/>
                  </a:lnTo>
                  <a:lnTo>
                    <a:pt x="515658" y="277291"/>
                  </a:lnTo>
                  <a:lnTo>
                    <a:pt x="555485" y="259524"/>
                  </a:lnTo>
                  <a:lnTo>
                    <a:pt x="599465" y="253314"/>
                  </a:lnTo>
                  <a:lnTo>
                    <a:pt x="601573" y="253314"/>
                  </a:lnTo>
                  <a:lnTo>
                    <a:pt x="645553" y="259524"/>
                  </a:lnTo>
                  <a:lnTo>
                    <a:pt x="685393" y="277291"/>
                  </a:lnTo>
                  <a:lnTo>
                    <a:pt x="718718" y="305295"/>
                  </a:lnTo>
                  <a:lnTo>
                    <a:pt x="743178" y="342239"/>
                  </a:lnTo>
                  <a:lnTo>
                    <a:pt x="765429" y="380161"/>
                  </a:lnTo>
                  <a:lnTo>
                    <a:pt x="794029" y="413219"/>
                  </a:lnTo>
                  <a:lnTo>
                    <a:pt x="828141" y="440601"/>
                  </a:lnTo>
                  <a:lnTo>
                    <a:pt x="866940" y="461479"/>
                  </a:lnTo>
                  <a:lnTo>
                    <a:pt x="909612" y="475030"/>
                  </a:lnTo>
                  <a:lnTo>
                    <a:pt x="916698" y="475869"/>
                  </a:lnTo>
                  <a:lnTo>
                    <a:pt x="1006157" y="475869"/>
                  </a:lnTo>
                  <a:lnTo>
                    <a:pt x="1055916" y="461479"/>
                  </a:lnTo>
                  <a:lnTo>
                    <a:pt x="1094714" y="440601"/>
                  </a:lnTo>
                  <a:lnTo>
                    <a:pt x="1128826" y="413219"/>
                  </a:lnTo>
                  <a:lnTo>
                    <a:pt x="1157427" y="380161"/>
                  </a:lnTo>
                  <a:lnTo>
                    <a:pt x="1179690" y="342239"/>
                  </a:lnTo>
                  <a:lnTo>
                    <a:pt x="1204137" y="305295"/>
                  </a:lnTo>
                  <a:lnTo>
                    <a:pt x="1237475" y="277291"/>
                  </a:lnTo>
                  <a:lnTo>
                    <a:pt x="1277302" y="259524"/>
                  </a:lnTo>
                  <a:lnTo>
                    <a:pt x="1321282" y="253314"/>
                  </a:lnTo>
                  <a:lnTo>
                    <a:pt x="1323390" y="253314"/>
                  </a:lnTo>
                  <a:lnTo>
                    <a:pt x="1367370" y="259524"/>
                  </a:lnTo>
                  <a:lnTo>
                    <a:pt x="1407210" y="277291"/>
                  </a:lnTo>
                  <a:lnTo>
                    <a:pt x="1440535" y="305295"/>
                  </a:lnTo>
                  <a:lnTo>
                    <a:pt x="1464995" y="342239"/>
                  </a:lnTo>
                  <a:lnTo>
                    <a:pt x="1487741" y="380847"/>
                  </a:lnTo>
                  <a:lnTo>
                    <a:pt x="1517065" y="414401"/>
                  </a:lnTo>
                  <a:lnTo>
                    <a:pt x="1552092" y="442023"/>
                  </a:lnTo>
                  <a:lnTo>
                    <a:pt x="1591932" y="462826"/>
                  </a:lnTo>
                  <a:lnTo>
                    <a:pt x="1635721" y="475869"/>
                  </a:lnTo>
                  <a:lnTo>
                    <a:pt x="1729219" y="475869"/>
                  </a:lnTo>
                  <a:lnTo>
                    <a:pt x="1775434" y="461937"/>
                  </a:lnTo>
                  <a:lnTo>
                    <a:pt x="1816011" y="440105"/>
                  </a:lnTo>
                  <a:lnTo>
                    <a:pt x="1851444" y="411187"/>
                  </a:lnTo>
                  <a:lnTo>
                    <a:pt x="1880781" y="376123"/>
                  </a:lnTo>
                  <a:lnTo>
                    <a:pt x="1903095" y="335851"/>
                  </a:lnTo>
                  <a:lnTo>
                    <a:pt x="1917433" y="291312"/>
                  </a:lnTo>
                  <a:lnTo>
                    <a:pt x="1921738" y="253314"/>
                  </a:lnTo>
                  <a:lnTo>
                    <a:pt x="1922856" y="243446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" name="Google Shape;123;p12"/>
          <p:cNvSpPr txBox="1"/>
          <p:nvPr/>
        </p:nvSpPr>
        <p:spPr>
          <a:xfrm>
            <a:off x="16185542" y="998855"/>
            <a:ext cx="10866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Page 06</a:t>
            </a:r>
            <a:endParaRPr sz="2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4" name="Google Shape;124;p12"/>
          <p:cNvSpPr txBox="1"/>
          <p:nvPr>
            <p:ph type="title"/>
          </p:nvPr>
        </p:nvSpPr>
        <p:spPr>
          <a:xfrm>
            <a:off x="6321982" y="361663"/>
            <a:ext cx="5643900" cy="16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Proposed Methodology</a:t>
            </a:r>
            <a:endParaRPr sz="5200"/>
          </a:p>
        </p:txBody>
      </p:sp>
      <p:sp>
        <p:nvSpPr>
          <p:cNvPr id="125" name="Google Shape;125;p12"/>
          <p:cNvSpPr txBox="1"/>
          <p:nvPr/>
        </p:nvSpPr>
        <p:spPr>
          <a:xfrm>
            <a:off x="1617075" y="2588825"/>
            <a:ext cx="13361700" cy="6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Key Features :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Transfer Learning from ImageNet using Xception as the teacher model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Knowledge Distillation to train MobileNetV2 as an efficient student model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Data Augmentation and class weights to handle dataset imbalance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Model Quantization (FP32 → INT8) for reduced size and faster inference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13"/>
          <p:cNvGrpSpPr/>
          <p:nvPr/>
        </p:nvGrpSpPr>
        <p:grpSpPr>
          <a:xfrm>
            <a:off x="15332622" y="8777926"/>
            <a:ext cx="1923415" cy="476258"/>
            <a:chOff x="15332622" y="8777926"/>
            <a:chExt cx="1923415" cy="476258"/>
          </a:xfrm>
        </p:grpSpPr>
        <p:pic>
          <p:nvPicPr>
            <p:cNvPr id="131" name="Google Shape;13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332649" y="8777926"/>
              <a:ext cx="1922819" cy="4758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" name="Google Shape;132;p13"/>
            <p:cNvSpPr/>
            <p:nvPr/>
          </p:nvSpPr>
          <p:spPr>
            <a:xfrm>
              <a:off x="15332622" y="8777934"/>
              <a:ext cx="1923415" cy="476250"/>
            </a:xfrm>
            <a:custGeom>
              <a:rect b="b" l="l" r="r" t="t"/>
              <a:pathLst>
                <a:path extrusionOk="0" h="476250" w="1923415">
                  <a:moveTo>
                    <a:pt x="1922856" y="243446"/>
                  </a:moveTo>
                  <a:lnTo>
                    <a:pt x="1918462" y="195033"/>
                  </a:lnTo>
                  <a:lnTo>
                    <a:pt x="1904720" y="149682"/>
                  </a:lnTo>
                  <a:lnTo>
                    <a:pt x="1882648" y="108407"/>
                  </a:lnTo>
                  <a:lnTo>
                    <a:pt x="1853272" y="72275"/>
                  </a:lnTo>
                  <a:lnTo>
                    <a:pt x="1817611" y="42316"/>
                  </a:lnTo>
                  <a:lnTo>
                    <a:pt x="1776704" y="19596"/>
                  </a:lnTo>
                  <a:lnTo>
                    <a:pt x="1731568" y="5130"/>
                  </a:lnTo>
                  <a:lnTo>
                    <a:pt x="1683245" y="0"/>
                  </a:lnTo>
                  <a:lnTo>
                    <a:pt x="1636483" y="4419"/>
                  </a:lnTo>
                  <a:lnTo>
                    <a:pt x="1592757" y="17360"/>
                  </a:lnTo>
                  <a:lnTo>
                    <a:pt x="1552930" y="37960"/>
                  </a:lnTo>
                  <a:lnTo>
                    <a:pt x="1517891" y="65341"/>
                  </a:lnTo>
                  <a:lnTo>
                    <a:pt x="1488490" y="98640"/>
                  </a:lnTo>
                  <a:lnTo>
                    <a:pt x="1465605" y="137007"/>
                  </a:lnTo>
                  <a:lnTo>
                    <a:pt x="1441043" y="174193"/>
                  </a:lnTo>
                  <a:lnTo>
                    <a:pt x="1407896" y="202628"/>
                  </a:lnTo>
                  <a:lnTo>
                    <a:pt x="1368272" y="220814"/>
                  </a:lnTo>
                  <a:lnTo>
                    <a:pt x="1324279" y="227203"/>
                  </a:lnTo>
                  <a:lnTo>
                    <a:pt x="1320406" y="227203"/>
                  </a:lnTo>
                  <a:lnTo>
                    <a:pt x="1276400" y="220814"/>
                  </a:lnTo>
                  <a:lnTo>
                    <a:pt x="1236789" y="202628"/>
                  </a:lnTo>
                  <a:lnTo>
                    <a:pt x="1203642" y="174193"/>
                  </a:lnTo>
                  <a:lnTo>
                    <a:pt x="1179080" y="137007"/>
                  </a:lnTo>
                  <a:lnTo>
                    <a:pt x="1156182" y="98640"/>
                  </a:lnTo>
                  <a:lnTo>
                    <a:pt x="1126782" y="65341"/>
                  </a:lnTo>
                  <a:lnTo>
                    <a:pt x="1091742" y="37960"/>
                  </a:lnTo>
                  <a:lnTo>
                    <a:pt x="1051928" y="17360"/>
                  </a:lnTo>
                  <a:lnTo>
                    <a:pt x="1008202" y="4419"/>
                  </a:lnTo>
                  <a:lnTo>
                    <a:pt x="961428" y="0"/>
                  </a:lnTo>
                  <a:lnTo>
                    <a:pt x="914666" y="4419"/>
                  </a:lnTo>
                  <a:lnTo>
                    <a:pt x="870940" y="17360"/>
                  </a:lnTo>
                  <a:lnTo>
                    <a:pt x="831126" y="37960"/>
                  </a:lnTo>
                  <a:lnTo>
                    <a:pt x="796074" y="65341"/>
                  </a:lnTo>
                  <a:lnTo>
                    <a:pt x="766673" y="98640"/>
                  </a:lnTo>
                  <a:lnTo>
                    <a:pt x="743788" y="137007"/>
                  </a:lnTo>
                  <a:lnTo>
                    <a:pt x="719226" y="174193"/>
                  </a:lnTo>
                  <a:lnTo>
                    <a:pt x="686079" y="202628"/>
                  </a:lnTo>
                  <a:lnTo>
                    <a:pt x="646455" y="220814"/>
                  </a:lnTo>
                  <a:lnTo>
                    <a:pt x="602462" y="227203"/>
                  </a:lnTo>
                  <a:lnTo>
                    <a:pt x="598589" y="227203"/>
                  </a:lnTo>
                  <a:lnTo>
                    <a:pt x="554583" y="220814"/>
                  </a:lnTo>
                  <a:lnTo>
                    <a:pt x="514972" y="202628"/>
                  </a:lnTo>
                  <a:lnTo>
                    <a:pt x="481825" y="174193"/>
                  </a:lnTo>
                  <a:lnTo>
                    <a:pt x="457263" y="137007"/>
                  </a:lnTo>
                  <a:lnTo>
                    <a:pt x="434365" y="98640"/>
                  </a:lnTo>
                  <a:lnTo>
                    <a:pt x="404964" y="65341"/>
                  </a:lnTo>
                  <a:lnTo>
                    <a:pt x="369925" y="37960"/>
                  </a:lnTo>
                  <a:lnTo>
                    <a:pt x="330111" y="17360"/>
                  </a:lnTo>
                  <a:lnTo>
                    <a:pt x="286385" y="4419"/>
                  </a:lnTo>
                  <a:lnTo>
                    <a:pt x="239610" y="0"/>
                  </a:lnTo>
                  <a:lnTo>
                    <a:pt x="191287" y="5130"/>
                  </a:lnTo>
                  <a:lnTo>
                    <a:pt x="146164" y="19596"/>
                  </a:lnTo>
                  <a:lnTo>
                    <a:pt x="105257" y="42316"/>
                  </a:lnTo>
                  <a:lnTo>
                    <a:pt x="69596" y="72275"/>
                  </a:lnTo>
                  <a:lnTo>
                    <a:pt x="40220" y="108407"/>
                  </a:lnTo>
                  <a:lnTo>
                    <a:pt x="18135" y="149682"/>
                  </a:lnTo>
                  <a:lnTo>
                    <a:pt x="4406" y="195033"/>
                  </a:lnTo>
                  <a:lnTo>
                    <a:pt x="0" y="243446"/>
                  </a:lnTo>
                  <a:lnTo>
                    <a:pt x="5435" y="291312"/>
                  </a:lnTo>
                  <a:lnTo>
                    <a:pt x="19773" y="335851"/>
                  </a:lnTo>
                  <a:lnTo>
                    <a:pt x="42075" y="376123"/>
                  </a:lnTo>
                  <a:lnTo>
                    <a:pt x="71424" y="411187"/>
                  </a:lnTo>
                  <a:lnTo>
                    <a:pt x="106857" y="440105"/>
                  </a:lnTo>
                  <a:lnTo>
                    <a:pt x="147434" y="461937"/>
                  </a:lnTo>
                  <a:lnTo>
                    <a:pt x="192214" y="475716"/>
                  </a:lnTo>
                  <a:lnTo>
                    <a:pt x="193649" y="475869"/>
                  </a:lnTo>
                  <a:lnTo>
                    <a:pt x="287134" y="475869"/>
                  </a:lnTo>
                  <a:lnTo>
                    <a:pt x="330923" y="462826"/>
                  </a:lnTo>
                  <a:lnTo>
                    <a:pt x="370776" y="442023"/>
                  </a:lnTo>
                  <a:lnTo>
                    <a:pt x="405790" y="414401"/>
                  </a:lnTo>
                  <a:lnTo>
                    <a:pt x="435114" y="380847"/>
                  </a:lnTo>
                  <a:lnTo>
                    <a:pt x="457873" y="342239"/>
                  </a:lnTo>
                  <a:lnTo>
                    <a:pt x="482333" y="305295"/>
                  </a:lnTo>
                  <a:lnTo>
                    <a:pt x="515658" y="277291"/>
                  </a:lnTo>
                  <a:lnTo>
                    <a:pt x="555485" y="259524"/>
                  </a:lnTo>
                  <a:lnTo>
                    <a:pt x="599465" y="253314"/>
                  </a:lnTo>
                  <a:lnTo>
                    <a:pt x="601573" y="253314"/>
                  </a:lnTo>
                  <a:lnTo>
                    <a:pt x="645553" y="259524"/>
                  </a:lnTo>
                  <a:lnTo>
                    <a:pt x="685393" y="277291"/>
                  </a:lnTo>
                  <a:lnTo>
                    <a:pt x="718718" y="305295"/>
                  </a:lnTo>
                  <a:lnTo>
                    <a:pt x="743178" y="342239"/>
                  </a:lnTo>
                  <a:lnTo>
                    <a:pt x="765429" y="380161"/>
                  </a:lnTo>
                  <a:lnTo>
                    <a:pt x="794029" y="413219"/>
                  </a:lnTo>
                  <a:lnTo>
                    <a:pt x="828141" y="440601"/>
                  </a:lnTo>
                  <a:lnTo>
                    <a:pt x="866940" y="461479"/>
                  </a:lnTo>
                  <a:lnTo>
                    <a:pt x="909612" y="475030"/>
                  </a:lnTo>
                  <a:lnTo>
                    <a:pt x="916698" y="475869"/>
                  </a:lnTo>
                  <a:lnTo>
                    <a:pt x="1006157" y="475869"/>
                  </a:lnTo>
                  <a:lnTo>
                    <a:pt x="1055916" y="461479"/>
                  </a:lnTo>
                  <a:lnTo>
                    <a:pt x="1094714" y="440601"/>
                  </a:lnTo>
                  <a:lnTo>
                    <a:pt x="1128826" y="413219"/>
                  </a:lnTo>
                  <a:lnTo>
                    <a:pt x="1157427" y="380161"/>
                  </a:lnTo>
                  <a:lnTo>
                    <a:pt x="1179690" y="342239"/>
                  </a:lnTo>
                  <a:lnTo>
                    <a:pt x="1204137" y="305295"/>
                  </a:lnTo>
                  <a:lnTo>
                    <a:pt x="1237475" y="277291"/>
                  </a:lnTo>
                  <a:lnTo>
                    <a:pt x="1277302" y="259524"/>
                  </a:lnTo>
                  <a:lnTo>
                    <a:pt x="1321282" y="253314"/>
                  </a:lnTo>
                  <a:lnTo>
                    <a:pt x="1323390" y="253314"/>
                  </a:lnTo>
                  <a:lnTo>
                    <a:pt x="1367370" y="259524"/>
                  </a:lnTo>
                  <a:lnTo>
                    <a:pt x="1407210" y="277291"/>
                  </a:lnTo>
                  <a:lnTo>
                    <a:pt x="1440535" y="305295"/>
                  </a:lnTo>
                  <a:lnTo>
                    <a:pt x="1464995" y="342239"/>
                  </a:lnTo>
                  <a:lnTo>
                    <a:pt x="1487741" y="380847"/>
                  </a:lnTo>
                  <a:lnTo>
                    <a:pt x="1517065" y="414401"/>
                  </a:lnTo>
                  <a:lnTo>
                    <a:pt x="1552092" y="442023"/>
                  </a:lnTo>
                  <a:lnTo>
                    <a:pt x="1591932" y="462826"/>
                  </a:lnTo>
                  <a:lnTo>
                    <a:pt x="1635721" y="475869"/>
                  </a:lnTo>
                  <a:lnTo>
                    <a:pt x="1729219" y="475869"/>
                  </a:lnTo>
                  <a:lnTo>
                    <a:pt x="1775434" y="461937"/>
                  </a:lnTo>
                  <a:lnTo>
                    <a:pt x="1816011" y="440105"/>
                  </a:lnTo>
                  <a:lnTo>
                    <a:pt x="1851444" y="411187"/>
                  </a:lnTo>
                  <a:lnTo>
                    <a:pt x="1880781" y="376123"/>
                  </a:lnTo>
                  <a:lnTo>
                    <a:pt x="1903095" y="335851"/>
                  </a:lnTo>
                  <a:lnTo>
                    <a:pt x="1917433" y="291312"/>
                  </a:lnTo>
                  <a:lnTo>
                    <a:pt x="1921738" y="253314"/>
                  </a:lnTo>
                  <a:lnTo>
                    <a:pt x="1922856" y="243446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13"/>
          <p:cNvSpPr txBox="1"/>
          <p:nvPr/>
        </p:nvSpPr>
        <p:spPr>
          <a:xfrm>
            <a:off x="16185542" y="998855"/>
            <a:ext cx="10866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Page 07</a:t>
            </a:r>
            <a:endParaRPr sz="2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4" name="Google Shape;134;p13"/>
          <p:cNvSpPr txBox="1"/>
          <p:nvPr>
            <p:ph type="title"/>
          </p:nvPr>
        </p:nvSpPr>
        <p:spPr>
          <a:xfrm>
            <a:off x="1503950" y="361675"/>
            <a:ext cx="10213500" cy="16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Knowledge Distillation (KD) in Our Model</a:t>
            </a:r>
            <a:endParaRPr sz="5200"/>
          </a:p>
        </p:txBody>
      </p:sp>
      <p:sp>
        <p:nvSpPr>
          <p:cNvPr id="135" name="Google Shape;135;p13"/>
          <p:cNvSpPr txBox="1"/>
          <p:nvPr/>
        </p:nvSpPr>
        <p:spPr>
          <a:xfrm>
            <a:off x="1389325" y="2304125"/>
            <a:ext cx="13399500" cy="71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Knowledge Distillation</a:t>
            </a: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 : A model compression technique where a large, accurate model (Teacher) transfers its knowledge to a smaller, faster model (Student)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Helps reduce model size and inference time without significant accuracy loss</a:t>
            </a:r>
            <a:b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</a:b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36" name="Google Shape;13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3950" y="5204850"/>
            <a:ext cx="9520051" cy="4218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14"/>
          <p:cNvGrpSpPr/>
          <p:nvPr/>
        </p:nvGrpSpPr>
        <p:grpSpPr>
          <a:xfrm>
            <a:off x="15332622" y="8777926"/>
            <a:ext cx="1923414" cy="476258"/>
            <a:chOff x="15332622" y="8777926"/>
            <a:chExt cx="1923414" cy="476258"/>
          </a:xfrm>
        </p:grpSpPr>
        <p:pic>
          <p:nvPicPr>
            <p:cNvPr id="142" name="Google Shape;142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332649" y="8777926"/>
              <a:ext cx="1922819" cy="4758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" name="Google Shape;143;p14"/>
            <p:cNvSpPr/>
            <p:nvPr/>
          </p:nvSpPr>
          <p:spPr>
            <a:xfrm>
              <a:off x="15332622" y="8777934"/>
              <a:ext cx="1923414" cy="476250"/>
            </a:xfrm>
            <a:custGeom>
              <a:rect b="b" l="l" r="r" t="t"/>
              <a:pathLst>
                <a:path extrusionOk="0" h="476250" w="1923415">
                  <a:moveTo>
                    <a:pt x="1922856" y="243446"/>
                  </a:moveTo>
                  <a:lnTo>
                    <a:pt x="1918462" y="195033"/>
                  </a:lnTo>
                  <a:lnTo>
                    <a:pt x="1904720" y="149682"/>
                  </a:lnTo>
                  <a:lnTo>
                    <a:pt x="1882648" y="108407"/>
                  </a:lnTo>
                  <a:lnTo>
                    <a:pt x="1853272" y="72275"/>
                  </a:lnTo>
                  <a:lnTo>
                    <a:pt x="1817611" y="42316"/>
                  </a:lnTo>
                  <a:lnTo>
                    <a:pt x="1776704" y="19596"/>
                  </a:lnTo>
                  <a:lnTo>
                    <a:pt x="1731568" y="5130"/>
                  </a:lnTo>
                  <a:lnTo>
                    <a:pt x="1683245" y="0"/>
                  </a:lnTo>
                  <a:lnTo>
                    <a:pt x="1636483" y="4419"/>
                  </a:lnTo>
                  <a:lnTo>
                    <a:pt x="1592757" y="17360"/>
                  </a:lnTo>
                  <a:lnTo>
                    <a:pt x="1552930" y="37960"/>
                  </a:lnTo>
                  <a:lnTo>
                    <a:pt x="1517891" y="65341"/>
                  </a:lnTo>
                  <a:lnTo>
                    <a:pt x="1488490" y="98640"/>
                  </a:lnTo>
                  <a:lnTo>
                    <a:pt x="1465605" y="137007"/>
                  </a:lnTo>
                  <a:lnTo>
                    <a:pt x="1441043" y="174193"/>
                  </a:lnTo>
                  <a:lnTo>
                    <a:pt x="1407896" y="202628"/>
                  </a:lnTo>
                  <a:lnTo>
                    <a:pt x="1368272" y="220814"/>
                  </a:lnTo>
                  <a:lnTo>
                    <a:pt x="1324279" y="227203"/>
                  </a:lnTo>
                  <a:lnTo>
                    <a:pt x="1320406" y="227203"/>
                  </a:lnTo>
                  <a:lnTo>
                    <a:pt x="1276400" y="220814"/>
                  </a:lnTo>
                  <a:lnTo>
                    <a:pt x="1236789" y="202628"/>
                  </a:lnTo>
                  <a:lnTo>
                    <a:pt x="1203642" y="174193"/>
                  </a:lnTo>
                  <a:lnTo>
                    <a:pt x="1179080" y="137007"/>
                  </a:lnTo>
                  <a:lnTo>
                    <a:pt x="1156182" y="98640"/>
                  </a:lnTo>
                  <a:lnTo>
                    <a:pt x="1126782" y="65341"/>
                  </a:lnTo>
                  <a:lnTo>
                    <a:pt x="1091742" y="37960"/>
                  </a:lnTo>
                  <a:lnTo>
                    <a:pt x="1051928" y="17360"/>
                  </a:lnTo>
                  <a:lnTo>
                    <a:pt x="1008202" y="4419"/>
                  </a:lnTo>
                  <a:lnTo>
                    <a:pt x="961428" y="0"/>
                  </a:lnTo>
                  <a:lnTo>
                    <a:pt x="914666" y="4419"/>
                  </a:lnTo>
                  <a:lnTo>
                    <a:pt x="870940" y="17360"/>
                  </a:lnTo>
                  <a:lnTo>
                    <a:pt x="831126" y="37960"/>
                  </a:lnTo>
                  <a:lnTo>
                    <a:pt x="796074" y="65341"/>
                  </a:lnTo>
                  <a:lnTo>
                    <a:pt x="766673" y="98640"/>
                  </a:lnTo>
                  <a:lnTo>
                    <a:pt x="743788" y="137007"/>
                  </a:lnTo>
                  <a:lnTo>
                    <a:pt x="719226" y="174193"/>
                  </a:lnTo>
                  <a:lnTo>
                    <a:pt x="686079" y="202628"/>
                  </a:lnTo>
                  <a:lnTo>
                    <a:pt x="646455" y="220814"/>
                  </a:lnTo>
                  <a:lnTo>
                    <a:pt x="602462" y="227203"/>
                  </a:lnTo>
                  <a:lnTo>
                    <a:pt x="598589" y="227203"/>
                  </a:lnTo>
                  <a:lnTo>
                    <a:pt x="554583" y="220814"/>
                  </a:lnTo>
                  <a:lnTo>
                    <a:pt x="514972" y="202628"/>
                  </a:lnTo>
                  <a:lnTo>
                    <a:pt x="481825" y="174193"/>
                  </a:lnTo>
                  <a:lnTo>
                    <a:pt x="457263" y="137007"/>
                  </a:lnTo>
                  <a:lnTo>
                    <a:pt x="434365" y="98640"/>
                  </a:lnTo>
                  <a:lnTo>
                    <a:pt x="404964" y="65341"/>
                  </a:lnTo>
                  <a:lnTo>
                    <a:pt x="369925" y="37960"/>
                  </a:lnTo>
                  <a:lnTo>
                    <a:pt x="330111" y="17360"/>
                  </a:lnTo>
                  <a:lnTo>
                    <a:pt x="286385" y="4419"/>
                  </a:lnTo>
                  <a:lnTo>
                    <a:pt x="239610" y="0"/>
                  </a:lnTo>
                  <a:lnTo>
                    <a:pt x="191287" y="5130"/>
                  </a:lnTo>
                  <a:lnTo>
                    <a:pt x="146164" y="19596"/>
                  </a:lnTo>
                  <a:lnTo>
                    <a:pt x="105257" y="42316"/>
                  </a:lnTo>
                  <a:lnTo>
                    <a:pt x="69596" y="72275"/>
                  </a:lnTo>
                  <a:lnTo>
                    <a:pt x="40220" y="108407"/>
                  </a:lnTo>
                  <a:lnTo>
                    <a:pt x="18135" y="149682"/>
                  </a:lnTo>
                  <a:lnTo>
                    <a:pt x="4406" y="195033"/>
                  </a:lnTo>
                  <a:lnTo>
                    <a:pt x="0" y="243446"/>
                  </a:lnTo>
                  <a:lnTo>
                    <a:pt x="5435" y="291312"/>
                  </a:lnTo>
                  <a:lnTo>
                    <a:pt x="19773" y="335851"/>
                  </a:lnTo>
                  <a:lnTo>
                    <a:pt x="42075" y="376123"/>
                  </a:lnTo>
                  <a:lnTo>
                    <a:pt x="71424" y="411187"/>
                  </a:lnTo>
                  <a:lnTo>
                    <a:pt x="106857" y="440105"/>
                  </a:lnTo>
                  <a:lnTo>
                    <a:pt x="147434" y="461937"/>
                  </a:lnTo>
                  <a:lnTo>
                    <a:pt x="192214" y="475716"/>
                  </a:lnTo>
                  <a:lnTo>
                    <a:pt x="193649" y="475869"/>
                  </a:lnTo>
                  <a:lnTo>
                    <a:pt x="287134" y="475869"/>
                  </a:lnTo>
                  <a:lnTo>
                    <a:pt x="330923" y="462826"/>
                  </a:lnTo>
                  <a:lnTo>
                    <a:pt x="370776" y="442023"/>
                  </a:lnTo>
                  <a:lnTo>
                    <a:pt x="405790" y="414401"/>
                  </a:lnTo>
                  <a:lnTo>
                    <a:pt x="435114" y="380847"/>
                  </a:lnTo>
                  <a:lnTo>
                    <a:pt x="457873" y="342239"/>
                  </a:lnTo>
                  <a:lnTo>
                    <a:pt x="482333" y="305295"/>
                  </a:lnTo>
                  <a:lnTo>
                    <a:pt x="515658" y="277291"/>
                  </a:lnTo>
                  <a:lnTo>
                    <a:pt x="555485" y="259524"/>
                  </a:lnTo>
                  <a:lnTo>
                    <a:pt x="599465" y="253314"/>
                  </a:lnTo>
                  <a:lnTo>
                    <a:pt x="601573" y="253314"/>
                  </a:lnTo>
                  <a:lnTo>
                    <a:pt x="645553" y="259524"/>
                  </a:lnTo>
                  <a:lnTo>
                    <a:pt x="685393" y="277291"/>
                  </a:lnTo>
                  <a:lnTo>
                    <a:pt x="718718" y="305295"/>
                  </a:lnTo>
                  <a:lnTo>
                    <a:pt x="743178" y="342239"/>
                  </a:lnTo>
                  <a:lnTo>
                    <a:pt x="765429" y="380161"/>
                  </a:lnTo>
                  <a:lnTo>
                    <a:pt x="794029" y="413219"/>
                  </a:lnTo>
                  <a:lnTo>
                    <a:pt x="828141" y="440601"/>
                  </a:lnTo>
                  <a:lnTo>
                    <a:pt x="866940" y="461479"/>
                  </a:lnTo>
                  <a:lnTo>
                    <a:pt x="909612" y="475030"/>
                  </a:lnTo>
                  <a:lnTo>
                    <a:pt x="916698" y="475869"/>
                  </a:lnTo>
                  <a:lnTo>
                    <a:pt x="1006157" y="475869"/>
                  </a:lnTo>
                  <a:lnTo>
                    <a:pt x="1055916" y="461479"/>
                  </a:lnTo>
                  <a:lnTo>
                    <a:pt x="1094714" y="440601"/>
                  </a:lnTo>
                  <a:lnTo>
                    <a:pt x="1128826" y="413219"/>
                  </a:lnTo>
                  <a:lnTo>
                    <a:pt x="1157427" y="380161"/>
                  </a:lnTo>
                  <a:lnTo>
                    <a:pt x="1179690" y="342239"/>
                  </a:lnTo>
                  <a:lnTo>
                    <a:pt x="1204137" y="305295"/>
                  </a:lnTo>
                  <a:lnTo>
                    <a:pt x="1237475" y="277291"/>
                  </a:lnTo>
                  <a:lnTo>
                    <a:pt x="1277302" y="259524"/>
                  </a:lnTo>
                  <a:lnTo>
                    <a:pt x="1321282" y="253314"/>
                  </a:lnTo>
                  <a:lnTo>
                    <a:pt x="1323390" y="253314"/>
                  </a:lnTo>
                  <a:lnTo>
                    <a:pt x="1367370" y="259524"/>
                  </a:lnTo>
                  <a:lnTo>
                    <a:pt x="1407210" y="277291"/>
                  </a:lnTo>
                  <a:lnTo>
                    <a:pt x="1440535" y="305295"/>
                  </a:lnTo>
                  <a:lnTo>
                    <a:pt x="1464995" y="342239"/>
                  </a:lnTo>
                  <a:lnTo>
                    <a:pt x="1487741" y="380847"/>
                  </a:lnTo>
                  <a:lnTo>
                    <a:pt x="1517065" y="414401"/>
                  </a:lnTo>
                  <a:lnTo>
                    <a:pt x="1552092" y="442023"/>
                  </a:lnTo>
                  <a:lnTo>
                    <a:pt x="1591932" y="462826"/>
                  </a:lnTo>
                  <a:lnTo>
                    <a:pt x="1635721" y="475869"/>
                  </a:lnTo>
                  <a:lnTo>
                    <a:pt x="1729219" y="475869"/>
                  </a:lnTo>
                  <a:lnTo>
                    <a:pt x="1775434" y="461937"/>
                  </a:lnTo>
                  <a:lnTo>
                    <a:pt x="1816011" y="440105"/>
                  </a:lnTo>
                  <a:lnTo>
                    <a:pt x="1851444" y="411187"/>
                  </a:lnTo>
                  <a:lnTo>
                    <a:pt x="1880781" y="376123"/>
                  </a:lnTo>
                  <a:lnTo>
                    <a:pt x="1903095" y="335851"/>
                  </a:lnTo>
                  <a:lnTo>
                    <a:pt x="1917433" y="291312"/>
                  </a:lnTo>
                  <a:lnTo>
                    <a:pt x="1921738" y="253314"/>
                  </a:lnTo>
                  <a:lnTo>
                    <a:pt x="1922856" y="243446"/>
                  </a:lnTo>
                  <a:close/>
                </a:path>
              </a:pathLst>
            </a:custGeom>
            <a:solidFill>
              <a:srgbClr val="FFFFFF">
                <a:alpha val="2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" name="Google Shape;144;p14"/>
          <p:cNvSpPr txBox="1"/>
          <p:nvPr/>
        </p:nvSpPr>
        <p:spPr>
          <a:xfrm>
            <a:off x="16185542" y="998855"/>
            <a:ext cx="10866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Page 08</a:t>
            </a:r>
            <a:endParaRPr sz="2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4900550" y="539025"/>
            <a:ext cx="5162400" cy="13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System Architecture / Pipeline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1294425" y="2323125"/>
            <a:ext cx="11690700" cy="60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Input: PlantDoc leaf images and PlantVillage Potato Subset images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Preprocessing: Resizing, normalization, augmentation.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Model Training: 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Teacher model: Xception </a:t>
            </a: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other Models listed</a:t>
            </a: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 with fine-tuning .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Student Model : MobilenetV2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Evaluation: Accuracy, F1, AUC, Cohen’s Kappa.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Output: Predicted plant disease class.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5"/>
          <p:cNvGrpSpPr/>
          <p:nvPr/>
        </p:nvGrpSpPr>
        <p:grpSpPr>
          <a:xfrm>
            <a:off x="14731657" y="8212759"/>
            <a:ext cx="3556342" cy="2074241"/>
            <a:chOff x="14731657" y="8212759"/>
            <a:chExt cx="3556342" cy="2074241"/>
          </a:xfrm>
        </p:grpSpPr>
        <p:pic>
          <p:nvPicPr>
            <p:cNvPr id="152" name="Google Shape;152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731663" y="8212761"/>
              <a:ext cx="3555427" cy="20731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263352" y="9740765"/>
              <a:ext cx="459134" cy="4825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014979" y="9880384"/>
              <a:ext cx="365150" cy="406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7798936" y="8776174"/>
              <a:ext cx="489063" cy="8138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7091003" y="8450010"/>
              <a:ext cx="636042" cy="4136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15"/>
            <p:cNvSpPr/>
            <p:nvPr/>
          </p:nvSpPr>
          <p:spPr>
            <a:xfrm>
              <a:off x="14731657" y="8212759"/>
              <a:ext cx="3556000" cy="2073275"/>
            </a:xfrm>
            <a:custGeom>
              <a:rect b="b" l="l" r="r" t="t"/>
              <a:pathLst>
                <a:path extrusionOk="0" h="2073275" w="3556000">
                  <a:moveTo>
                    <a:pt x="3555428" y="407263"/>
                  </a:moveTo>
                  <a:lnTo>
                    <a:pt x="3555187" y="135763"/>
                  </a:lnTo>
                  <a:lnTo>
                    <a:pt x="3555174" y="122186"/>
                  </a:lnTo>
                  <a:lnTo>
                    <a:pt x="3555060" y="0"/>
                  </a:lnTo>
                  <a:lnTo>
                    <a:pt x="3330029" y="85217"/>
                  </a:lnTo>
                  <a:lnTo>
                    <a:pt x="3278454" y="121107"/>
                  </a:lnTo>
                  <a:lnTo>
                    <a:pt x="3278454" y="1340535"/>
                  </a:lnTo>
                  <a:lnTo>
                    <a:pt x="3275114" y="1382547"/>
                  </a:lnTo>
                  <a:lnTo>
                    <a:pt x="3272993" y="1437665"/>
                  </a:lnTo>
                  <a:lnTo>
                    <a:pt x="3263074" y="1482166"/>
                  </a:lnTo>
                  <a:lnTo>
                    <a:pt x="3249828" y="1527924"/>
                  </a:lnTo>
                  <a:lnTo>
                    <a:pt x="3226905" y="1577340"/>
                  </a:lnTo>
                  <a:lnTo>
                    <a:pt x="3198342" y="1628889"/>
                  </a:lnTo>
                  <a:lnTo>
                    <a:pt x="3161779" y="1669897"/>
                  </a:lnTo>
                  <a:lnTo>
                    <a:pt x="3077705" y="1728901"/>
                  </a:lnTo>
                  <a:lnTo>
                    <a:pt x="3042551" y="1742211"/>
                  </a:lnTo>
                  <a:lnTo>
                    <a:pt x="3013087" y="1739785"/>
                  </a:lnTo>
                  <a:lnTo>
                    <a:pt x="2992386" y="1734045"/>
                  </a:lnTo>
                  <a:lnTo>
                    <a:pt x="2983496" y="1737410"/>
                  </a:lnTo>
                  <a:lnTo>
                    <a:pt x="2927019" y="1690890"/>
                  </a:lnTo>
                  <a:lnTo>
                    <a:pt x="2903601" y="1645450"/>
                  </a:lnTo>
                  <a:lnTo>
                    <a:pt x="2891434" y="1609318"/>
                  </a:lnTo>
                  <a:lnTo>
                    <a:pt x="2880830" y="1559013"/>
                  </a:lnTo>
                  <a:lnTo>
                    <a:pt x="2871101" y="1494790"/>
                  </a:lnTo>
                  <a:lnTo>
                    <a:pt x="2870517" y="1440700"/>
                  </a:lnTo>
                  <a:lnTo>
                    <a:pt x="2873883" y="1385100"/>
                  </a:lnTo>
                  <a:lnTo>
                    <a:pt x="2881668" y="1341412"/>
                  </a:lnTo>
                  <a:lnTo>
                    <a:pt x="2891028" y="1297127"/>
                  </a:lnTo>
                  <a:lnTo>
                    <a:pt x="2897403" y="1240396"/>
                  </a:lnTo>
                  <a:lnTo>
                    <a:pt x="2909735" y="1194981"/>
                  </a:lnTo>
                  <a:lnTo>
                    <a:pt x="2923463" y="1149045"/>
                  </a:lnTo>
                  <a:lnTo>
                    <a:pt x="2938526" y="1102601"/>
                  </a:lnTo>
                  <a:lnTo>
                    <a:pt x="2954871" y="1055674"/>
                  </a:lnTo>
                  <a:lnTo>
                    <a:pt x="2976930" y="1020152"/>
                  </a:lnTo>
                  <a:lnTo>
                    <a:pt x="2995650" y="972324"/>
                  </a:lnTo>
                  <a:lnTo>
                    <a:pt x="3015475" y="924077"/>
                  </a:lnTo>
                  <a:lnTo>
                    <a:pt x="3040850" y="887310"/>
                  </a:lnTo>
                  <a:lnTo>
                    <a:pt x="3067202" y="850176"/>
                  </a:lnTo>
                  <a:lnTo>
                    <a:pt x="3097885" y="879284"/>
                  </a:lnTo>
                  <a:lnTo>
                    <a:pt x="3130143" y="921397"/>
                  </a:lnTo>
                  <a:lnTo>
                    <a:pt x="3159404" y="964628"/>
                  </a:lnTo>
                  <a:lnTo>
                    <a:pt x="3185680" y="1009002"/>
                  </a:lnTo>
                  <a:lnTo>
                    <a:pt x="3208921" y="1054531"/>
                  </a:lnTo>
                  <a:lnTo>
                    <a:pt x="3229089" y="1101204"/>
                  </a:lnTo>
                  <a:lnTo>
                    <a:pt x="3246170" y="1149057"/>
                  </a:lnTo>
                  <a:lnTo>
                    <a:pt x="3260128" y="1198092"/>
                  </a:lnTo>
                  <a:lnTo>
                    <a:pt x="3266427" y="1236446"/>
                  </a:lnTo>
                  <a:lnTo>
                    <a:pt x="3274047" y="1287881"/>
                  </a:lnTo>
                  <a:lnTo>
                    <a:pt x="3278454" y="1340535"/>
                  </a:lnTo>
                  <a:lnTo>
                    <a:pt x="3278454" y="121107"/>
                  </a:lnTo>
                  <a:lnTo>
                    <a:pt x="3030131" y="293839"/>
                  </a:lnTo>
                  <a:lnTo>
                    <a:pt x="2993212" y="334987"/>
                  </a:lnTo>
                  <a:lnTo>
                    <a:pt x="2975546" y="328091"/>
                  </a:lnTo>
                  <a:lnTo>
                    <a:pt x="2957639" y="321297"/>
                  </a:lnTo>
                  <a:lnTo>
                    <a:pt x="2939516" y="314579"/>
                  </a:lnTo>
                  <a:lnTo>
                    <a:pt x="2921177" y="307949"/>
                  </a:lnTo>
                  <a:lnTo>
                    <a:pt x="2874264" y="284962"/>
                  </a:lnTo>
                  <a:lnTo>
                    <a:pt x="2830792" y="274269"/>
                  </a:lnTo>
                  <a:lnTo>
                    <a:pt x="2786303" y="263956"/>
                  </a:lnTo>
                  <a:lnTo>
                    <a:pt x="2740850" y="254012"/>
                  </a:lnTo>
                  <a:lnTo>
                    <a:pt x="2694482" y="244411"/>
                  </a:lnTo>
                  <a:lnTo>
                    <a:pt x="2647238" y="235140"/>
                  </a:lnTo>
                  <a:lnTo>
                    <a:pt x="2603665" y="238061"/>
                  </a:lnTo>
                  <a:lnTo>
                    <a:pt x="2554821" y="229400"/>
                  </a:lnTo>
                  <a:lnTo>
                    <a:pt x="2463990" y="236626"/>
                  </a:lnTo>
                  <a:lnTo>
                    <a:pt x="2413114" y="228739"/>
                  </a:lnTo>
                  <a:lnTo>
                    <a:pt x="2318639" y="237350"/>
                  </a:lnTo>
                  <a:lnTo>
                    <a:pt x="2275154" y="253809"/>
                  </a:lnTo>
                  <a:lnTo>
                    <a:pt x="2177923" y="263474"/>
                  </a:lnTo>
                  <a:lnTo>
                    <a:pt x="1860816" y="383552"/>
                  </a:lnTo>
                  <a:lnTo>
                    <a:pt x="1819605" y="412737"/>
                  </a:lnTo>
                  <a:lnTo>
                    <a:pt x="1773948" y="430034"/>
                  </a:lnTo>
                  <a:lnTo>
                    <a:pt x="1530553" y="603681"/>
                  </a:lnTo>
                  <a:lnTo>
                    <a:pt x="1495539" y="644105"/>
                  </a:lnTo>
                  <a:lnTo>
                    <a:pt x="1456448" y="672477"/>
                  </a:lnTo>
                  <a:lnTo>
                    <a:pt x="1394853" y="750125"/>
                  </a:lnTo>
                  <a:lnTo>
                    <a:pt x="1360297" y="776795"/>
                  </a:lnTo>
                  <a:lnTo>
                    <a:pt x="1301711" y="853300"/>
                  </a:lnTo>
                  <a:lnTo>
                    <a:pt x="1273225" y="891247"/>
                  </a:lnTo>
                  <a:lnTo>
                    <a:pt x="1249794" y="940866"/>
                  </a:lnTo>
                  <a:lnTo>
                    <a:pt x="1222425" y="978382"/>
                  </a:lnTo>
                  <a:lnTo>
                    <a:pt x="1195628" y="1015695"/>
                  </a:lnTo>
                  <a:lnTo>
                    <a:pt x="1173924" y="1064653"/>
                  </a:lnTo>
                  <a:lnTo>
                    <a:pt x="1148334" y="1101496"/>
                  </a:lnTo>
                  <a:lnTo>
                    <a:pt x="1127861" y="1149997"/>
                  </a:lnTo>
                  <a:lnTo>
                    <a:pt x="1108024" y="1198245"/>
                  </a:lnTo>
                  <a:lnTo>
                    <a:pt x="1088821" y="1246251"/>
                  </a:lnTo>
                  <a:lnTo>
                    <a:pt x="1065796" y="1282141"/>
                  </a:lnTo>
                  <a:lnTo>
                    <a:pt x="1047940" y="1329639"/>
                  </a:lnTo>
                  <a:lnTo>
                    <a:pt x="1030770" y="1376883"/>
                  </a:lnTo>
                  <a:lnTo>
                    <a:pt x="1018794" y="1435735"/>
                  </a:lnTo>
                  <a:lnTo>
                    <a:pt x="1003046" y="1482445"/>
                  </a:lnTo>
                  <a:lnTo>
                    <a:pt x="988021" y="1528876"/>
                  </a:lnTo>
                  <a:lnTo>
                    <a:pt x="934897" y="1521828"/>
                  </a:lnTo>
                  <a:lnTo>
                    <a:pt x="885215" y="1527060"/>
                  </a:lnTo>
                  <a:lnTo>
                    <a:pt x="830097" y="1520774"/>
                  </a:lnTo>
                  <a:lnTo>
                    <a:pt x="674128" y="1539087"/>
                  </a:lnTo>
                  <a:lnTo>
                    <a:pt x="625767" y="1557413"/>
                  </a:lnTo>
                  <a:lnTo>
                    <a:pt x="572693" y="1563928"/>
                  </a:lnTo>
                  <a:lnTo>
                    <a:pt x="524065" y="1582343"/>
                  </a:lnTo>
                  <a:lnTo>
                    <a:pt x="484365" y="1610956"/>
                  </a:lnTo>
                  <a:lnTo>
                    <a:pt x="440309" y="1627644"/>
                  </a:lnTo>
                  <a:lnTo>
                    <a:pt x="400926" y="1656130"/>
                  </a:lnTo>
                  <a:lnTo>
                    <a:pt x="357289" y="1672653"/>
                  </a:lnTo>
                  <a:lnTo>
                    <a:pt x="280009" y="1729079"/>
                  </a:lnTo>
                  <a:lnTo>
                    <a:pt x="246468" y="1768944"/>
                  </a:lnTo>
                  <a:lnTo>
                    <a:pt x="208902" y="1796745"/>
                  </a:lnTo>
                  <a:lnTo>
                    <a:pt x="176390" y="1836216"/>
                  </a:lnTo>
                  <a:lnTo>
                    <a:pt x="139966" y="1863598"/>
                  </a:lnTo>
                  <a:lnTo>
                    <a:pt x="108699" y="1902587"/>
                  </a:lnTo>
                  <a:lnTo>
                    <a:pt x="78143" y="1941322"/>
                  </a:lnTo>
                  <a:lnTo>
                    <a:pt x="52870" y="1991639"/>
                  </a:lnTo>
                  <a:lnTo>
                    <a:pt x="23914" y="2029752"/>
                  </a:lnTo>
                  <a:lnTo>
                    <a:pt x="0" y="2065972"/>
                  </a:lnTo>
                  <a:lnTo>
                    <a:pt x="474179" y="2062949"/>
                  </a:lnTo>
                  <a:lnTo>
                    <a:pt x="478967" y="2061146"/>
                  </a:lnTo>
                  <a:lnTo>
                    <a:pt x="590308" y="1978240"/>
                  </a:lnTo>
                  <a:lnTo>
                    <a:pt x="632193" y="1962378"/>
                  </a:lnTo>
                  <a:lnTo>
                    <a:pt x="669455" y="1934679"/>
                  </a:lnTo>
                  <a:lnTo>
                    <a:pt x="717905" y="1916341"/>
                  </a:lnTo>
                  <a:lnTo>
                    <a:pt x="821474" y="1904276"/>
                  </a:lnTo>
                  <a:lnTo>
                    <a:pt x="871220" y="1899018"/>
                  </a:lnTo>
                  <a:lnTo>
                    <a:pt x="923531" y="1906371"/>
                  </a:lnTo>
                  <a:lnTo>
                    <a:pt x="921677" y="1947824"/>
                  </a:lnTo>
                  <a:lnTo>
                    <a:pt x="915720" y="1977237"/>
                  </a:lnTo>
                  <a:lnTo>
                    <a:pt x="914679" y="2018372"/>
                  </a:lnTo>
                  <a:lnTo>
                    <a:pt x="914057" y="2059343"/>
                  </a:lnTo>
                  <a:lnTo>
                    <a:pt x="914412" y="2072792"/>
                  </a:lnTo>
                  <a:lnTo>
                    <a:pt x="1645869" y="2067407"/>
                  </a:lnTo>
                  <a:lnTo>
                    <a:pt x="1636001" y="2030399"/>
                  </a:lnTo>
                  <a:lnTo>
                    <a:pt x="1618640" y="1982660"/>
                  </a:lnTo>
                  <a:lnTo>
                    <a:pt x="1597520" y="1936330"/>
                  </a:lnTo>
                  <a:lnTo>
                    <a:pt x="1572602" y="1891449"/>
                  </a:lnTo>
                  <a:lnTo>
                    <a:pt x="1549742" y="1859368"/>
                  </a:lnTo>
                  <a:lnTo>
                    <a:pt x="1519618" y="1816455"/>
                  </a:lnTo>
                  <a:lnTo>
                    <a:pt x="1491272" y="1786445"/>
                  </a:lnTo>
                  <a:lnTo>
                    <a:pt x="1455801" y="1745551"/>
                  </a:lnTo>
                  <a:lnTo>
                    <a:pt x="1422234" y="1717522"/>
                  </a:lnTo>
                  <a:lnTo>
                    <a:pt x="1386154" y="1690446"/>
                  </a:lnTo>
                  <a:lnTo>
                    <a:pt x="1360449" y="1673021"/>
                  </a:lnTo>
                  <a:lnTo>
                    <a:pt x="1347597" y="1664309"/>
                  </a:lnTo>
                  <a:lnTo>
                    <a:pt x="1359103" y="1605635"/>
                  </a:lnTo>
                  <a:lnTo>
                    <a:pt x="1376057" y="1558467"/>
                  </a:lnTo>
                  <a:lnTo>
                    <a:pt x="1393926" y="1510969"/>
                  </a:lnTo>
                  <a:lnTo>
                    <a:pt x="1408188" y="1451241"/>
                  </a:lnTo>
                  <a:lnTo>
                    <a:pt x="1427810" y="1403070"/>
                  </a:lnTo>
                  <a:lnTo>
                    <a:pt x="1448295" y="1354582"/>
                  </a:lnTo>
                  <a:lnTo>
                    <a:pt x="1469593" y="1305775"/>
                  </a:lnTo>
                  <a:lnTo>
                    <a:pt x="1496187" y="1268539"/>
                  </a:lnTo>
                  <a:lnTo>
                    <a:pt x="1519059" y="1219136"/>
                  </a:lnTo>
                  <a:lnTo>
                    <a:pt x="1547177" y="1181328"/>
                  </a:lnTo>
                  <a:lnTo>
                    <a:pt x="1571536" y="1131366"/>
                  </a:lnTo>
                  <a:lnTo>
                    <a:pt x="1601089" y="1093012"/>
                  </a:lnTo>
                  <a:lnTo>
                    <a:pt x="1631327" y="1054404"/>
                  </a:lnTo>
                  <a:lnTo>
                    <a:pt x="1693735" y="976452"/>
                  </a:lnTo>
                  <a:lnTo>
                    <a:pt x="1730375" y="948994"/>
                  </a:lnTo>
                  <a:lnTo>
                    <a:pt x="1764931" y="908748"/>
                  </a:lnTo>
                  <a:lnTo>
                    <a:pt x="1804631" y="880135"/>
                  </a:lnTo>
                  <a:lnTo>
                    <a:pt x="1840382" y="839444"/>
                  </a:lnTo>
                  <a:lnTo>
                    <a:pt x="1922106" y="781329"/>
                  </a:lnTo>
                  <a:lnTo>
                    <a:pt x="1967877" y="763993"/>
                  </a:lnTo>
                  <a:lnTo>
                    <a:pt x="2009305" y="734733"/>
                  </a:lnTo>
                  <a:lnTo>
                    <a:pt x="2101138" y="699960"/>
                  </a:lnTo>
                  <a:lnTo>
                    <a:pt x="2142363" y="670763"/>
                  </a:lnTo>
                  <a:lnTo>
                    <a:pt x="2192312" y="665429"/>
                  </a:lnTo>
                  <a:lnTo>
                    <a:pt x="2281986" y="631469"/>
                  </a:lnTo>
                  <a:lnTo>
                    <a:pt x="2425433" y="617893"/>
                  </a:lnTo>
                  <a:lnTo>
                    <a:pt x="2516809" y="610450"/>
                  </a:lnTo>
                  <a:lnTo>
                    <a:pt x="2565425" y="619201"/>
                  </a:lnTo>
                  <a:lnTo>
                    <a:pt x="2608338" y="616521"/>
                  </a:lnTo>
                  <a:lnTo>
                    <a:pt x="2654477" y="626224"/>
                  </a:lnTo>
                  <a:lnTo>
                    <a:pt x="2699207" y="636435"/>
                  </a:lnTo>
                  <a:lnTo>
                    <a:pt x="2742450" y="647217"/>
                  </a:lnTo>
                  <a:lnTo>
                    <a:pt x="2714307" y="685038"/>
                  </a:lnTo>
                  <a:lnTo>
                    <a:pt x="2691600" y="734377"/>
                  </a:lnTo>
                  <a:lnTo>
                    <a:pt x="2665349" y="771486"/>
                  </a:lnTo>
                  <a:lnTo>
                    <a:pt x="2644584" y="820089"/>
                  </a:lnTo>
                  <a:lnTo>
                    <a:pt x="2624836" y="868311"/>
                  </a:lnTo>
                  <a:lnTo>
                    <a:pt x="2606129" y="916127"/>
                  </a:lnTo>
                  <a:lnTo>
                    <a:pt x="2588501" y="963549"/>
                  </a:lnTo>
                  <a:lnTo>
                    <a:pt x="2571966" y="1010551"/>
                  </a:lnTo>
                  <a:lnTo>
                    <a:pt x="2556560" y="1057122"/>
                  </a:lnTo>
                  <a:lnTo>
                    <a:pt x="2542311" y="1103261"/>
                  </a:lnTo>
                  <a:lnTo>
                    <a:pt x="2529243" y="1148943"/>
                  </a:lnTo>
                  <a:lnTo>
                    <a:pt x="2521877" y="1206055"/>
                  </a:lnTo>
                  <a:lnTo>
                    <a:pt x="2511260" y="1250810"/>
                  </a:lnTo>
                  <a:lnTo>
                    <a:pt x="2501900" y="1295095"/>
                  </a:lnTo>
                  <a:lnTo>
                    <a:pt x="2498344" y="1350772"/>
                  </a:lnTo>
                  <a:lnTo>
                    <a:pt x="2495004" y="1406347"/>
                  </a:lnTo>
                  <a:lnTo>
                    <a:pt x="2494127" y="1461008"/>
                  </a:lnTo>
                  <a:lnTo>
                    <a:pt x="2495766" y="1514703"/>
                  </a:lnTo>
                  <a:lnTo>
                    <a:pt x="2495524" y="1555534"/>
                  </a:lnTo>
                  <a:lnTo>
                    <a:pt x="2502446" y="1607235"/>
                  </a:lnTo>
                  <a:lnTo>
                    <a:pt x="2512136" y="1657883"/>
                  </a:lnTo>
                  <a:lnTo>
                    <a:pt x="2524645" y="1707464"/>
                  </a:lnTo>
                  <a:lnTo>
                    <a:pt x="2540063" y="1755952"/>
                  </a:lnTo>
                  <a:lnTo>
                    <a:pt x="2558592" y="1803260"/>
                  </a:lnTo>
                  <a:lnTo>
                    <a:pt x="2580589" y="1849247"/>
                  </a:lnTo>
                  <a:lnTo>
                    <a:pt x="2606027" y="1893925"/>
                  </a:lnTo>
                  <a:lnTo>
                    <a:pt x="2630386" y="1925447"/>
                  </a:lnTo>
                  <a:lnTo>
                    <a:pt x="2662605" y="1967572"/>
                  </a:lnTo>
                  <a:lnTo>
                    <a:pt x="2693670" y="1996541"/>
                  </a:lnTo>
                  <a:lnTo>
                    <a:pt x="2728023" y="2024278"/>
                  </a:lnTo>
                  <a:lnTo>
                    <a:pt x="2765653" y="2050770"/>
                  </a:lnTo>
                  <a:lnTo>
                    <a:pt x="3244519" y="2073135"/>
                  </a:lnTo>
                  <a:lnTo>
                    <a:pt x="3277501" y="2047062"/>
                  </a:lnTo>
                  <a:lnTo>
                    <a:pt x="3320250" y="2030869"/>
                  </a:lnTo>
                  <a:lnTo>
                    <a:pt x="3358324" y="2002878"/>
                  </a:lnTo>
                  <a:lnTo>
                    <a:pt x="3391497" y="1963153"/>
                  </a:lnTo>
                  <a:lnTo>
                    <a:pt x="3428517" y="1935556"/>
                  </a:lnTo>
                  <a:lnTo>
                    <a:pt x="3460153" y="1896414"/>
                  </a:lnTo>
                  <a:lnTo>
                    <a:pt x="3490645" y="1857705"/>
                  </a:lnTo>
                  <a:lnTo>
                    <a:pt x="3519754" y="1819529"/>
                  </a:lnTo>
                  <a:lnTo>
                    <a:pt x="3547262" y="1781949"/>
                  </a:lnTo>
                  <a:lnTo>
                    <a:pt x="3553866" y="1765871"/>
                  </a:lnTo>
                  <a:lnTo>
                    <a:pt x="3553777" y="1548625"/>
                  </a:lnTo>
                  <a:lnTo>
                    <a:pt x="3553523" y="896874"/>
                  </a:lnTo>
                  <a:lnTo>
                    <a:pt x="3525062" y="839749"/>
                  </a:lnTo>
                  <a:lnTo>
                    <a:pt x="3499828" y="794981"/>
                  </a:lnTo>
                  <a:lnTo>
                    <a:pt x="3472561" y="750989"/>
                  </a:lnTo>
                  <a:lnTo>
                    <a:pt x="3443313" y="707745"/>
                  </a:lnTo>
                  <a:lnTo>
                    <a:pt x="3412121" y="665238"/>
                  </a:lnTo>
                  <a:lnTo>
                    <a:pt x="3383534" y="635317"/>
                  </a:lnTo>
                  <a:lnTo>
                    <a:pt x="3348596" y="594233"/>
                  </a:lnTo>
                  <a:lnTo>
                    <a:pt x="3311842" y="553834"/>
                  </a:lnTo>
                  <a:lnTo>
                    <a:pt x="3425596" y="470014"/>
                  </a:lnTo>
                  <a:lnTo>
                    <a:pt x="3468649" y="453707"/>
                  </a:lnTo>
                  <a:lnTo>
                    <a:pt x="3507435" y="425437"/>
                  </a:lnTo>
                  <a:lnTo>
                    <a:pt x="3555428" y="407263"/>
                  </a:lnTo>
                  <a:close/>
                </a:path>
              </a:pathLst>
            </a:custGeom>
            <a:solidFill>
              <a:srgbClr val="FFFFFF">
                <a:alpha val="2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8" name="Google Shape;158;p15"/>
          <p:cNvSpPr txBox="1"/>
          <p:nvPr/>
        </p:nvSpPr>
        <p:spPr>
          <a:xfrm>
            <a:off x="16205634" y="998855"/>
            <a:ext cx="10668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Page 09</a:t>
            </a:r>
            <a:endParaRPr sz="2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4407075" y="747800"/>
            <a:ext cx="74211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Initial Experimental Results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1844825" y="3063325"/>
            <a:ext cx="7648800" cy="3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61" name="Google Shape;161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96300" y="3063325"/>
            <a:ext cx="13839425" cy="440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16"/>
          <p:cNvGrpSpPr/>
          <p:nvPr/>
        </p:nvGrpSpPr>
        <p:grpSpPr>
          <a:xfrm>
            <a:off x="15332622" y="8777926"/>
            <a:ext cx="1923414" cy="476258"/>
            <a:chOff x="15332622" y="8777926"/>
            <a:chExt cx="1923414" cy="476258"/>
          </a:xfrm>
        </p:grpSpPr>
        <p:pic>
          <p:nvPicPr>
            <p:cNvPr id="167" name="Google Shape;167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332649" y="8777926"/>
              <a:ext cx="1922819" cy="4758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16"/>
            <p:cNvSpPr/>
            <p:nvPr/>
          </p:nvSpPr>
          <p:spPr>
            <a:xfrm>
              <a:off x="15332622" y="8777934"/>
              <a:ext cx="1923414" cy="476250"/>
            </a:xfrm>
            <a:custGeom>
              <a:rect b="b" l="l" r="r" t="t"/>
              <a:pathLst>
                <a:path extrusionOk="0" h="476250" w="1923415">
                  <a:moveTo>
                    <a:pt x="1922856" y="243446"/>
                  </a:moveTo>
                  <a:lnTo>
                    <a:pt x="1918462" y="195033"/>
                  </a:lnTo>
                  <a:lnTo>
                    <a:pt x="1904720" y="149682"/>
                  </a:lnTo>
                  <a:lnTo>
                    <a:pt x="1882648" y="108407"/>
                  </a:lnTo>
                  <a:lnTo>
                    <a:pt x="1853272" y="72275"/>
                  </a:lnTo>
                  <a:lnTo>
                    <a:pt x="1817611" y="42316"/>
                  </a:lnTo>
                  <a:lnTo>
                    <a:pt x="1776704" y="19596"/>
                  </a:lnTo>
                  <a:lnTo>
                    <a:pt x="1731568" y="5130"/>
                  </a:lnTo>
                  <a:lnTo>
                    <a:pt x="1683245" y="0"/>
                  </a:lnTo>
                  <a:lnTo>
                    <a:pt x="1636483" y="4419"/>
                  </a:lnTo>
                  <a:lnTo>
                    <a:pt x="1592757" y="17360"/>
                  </a:lnTo>
                  <a:lnTo>
                    <a:pt x="1552930" y="37960"/>
                  </a:lnTo>
                  <a:lnTo>
                    <a:pt x="1517891" y="65341"/>
                  </a:lnTo>
                  <a:lnTo>
                    <a:pt x="1488490" y="98640"/>
                  </a:lnTo>
                  <a:lnTo>
                    <a:pt x="1465605" y="137007"/>
                  </a:lnTo>
                  <a:lnTo>
                    <a:pt x="1441043" y="174193"/>
                  </a:lnTo>
                  <a:lnTo>
                    <a:pt x="1407896" y="202628"/>
                  </a:lnTo>
                  <a:lnTo>
                    <a:pt x="1368272" y="220814"/>
                  </a:lnTo>
                  <a:lnTo>
                    <a:pt x="1324279" y="227203"/>
                  </a:lnTo>
                  <a:lnTo>
                    <a:pt x="1320406" y="227203"/>
                  </a:lnTo>
                  <a:lnTo>
                    <a:pt x="1276400" y="220814"/>
                  </a:lnTo>
                  <a:lnTo>
                    <a:pt x="1236789" y="202628"/>
                  </a:lnTo>
                  <a:lnTo>
                    <a:pt x="1203642" y="174193"/>
                  </a:lnTo>
                  <a:lnTo>
                    <a:pt x="1179080" y="137007"/>
                  </a:lnTo>
                  <a:lnTo>
                    <a:pt x="1156182" y="98640"/>
                  </a:lnTo>
                  <a:lnTo>
                    <a:pt x="1126782" y="65341"/>
                  </a:lnTo>
                  <a:lnTo>
                    <a:pt x="1091742" y="37960"/>
                  </a:lnTo>
                  <a:lnTo>
                    <a:pt x="1051928" y="17360"/>
                  </a:lnTo>
                  <a:lnTo>
                    <a:pt x="1008202" y="4419"/>
                  </a:lnTo>
                  <a:lnTo>
                    <a:pt x="961428" y="0"/>
                  </a:lnTo>
                  <a:lnTo>
                    <a:pt x="914666" y="4419"/>
                  </a:lnTo>
                  <a:lnTo>
                    <a:pt x="870940" y="17360"/>
                  </a:lnTo>
                  <a:lnTo>
                    <a:pt x="831126" y="37960"/>
                  </a:lnTo>
                  <a:lnTo>
                    <a:pt x="796074" y="65341"/>
                  </a:lnTo>
                  <a:lnTo>
                    <a:pt x="766673" y="98640"/>
                  </a:lnTo>
                  <a:lnTo>
                    <a:pt x="743788" y="137007"/>
                  </a:lnTo>
                  <a:lnTo>
                    <a:pt x="719226" y="174193"/>
                  </a:lnTo>
                  <a:lnTo>
                    <a:pt x="686079" y="202628"/>
                  </a:lnTo>
                  <a:lnTo>
                    <a:pt x="646455" y="220814"/>
                  </a:lnTo>
                  <a:lnTo>
                    <a:pt x="602462" y="227203"/>
                  </a:lnTo>
                  <a:lnTo>
                    <a:pt x="598589" y="227203"/>
                  </a:lnTo>
                  <a:lnTo>
                    <a:pt x="554583" y="220814"/>
                  </a:lnTo>
                  <a:lnTo>
                    <a:pt x="514972" y="202628"/>
                  </a:lnTo>
                  <a:lnTo>
                    <a:pt x="481825" y="174193"/>
                  </a:lnTo>
                  <a:lnTo>
                    <a:pt x="457263" y="137007"/>
                  </a:lnTo>
                  <a:lnTo>
                    <a:pt x="434365" y="98640"/>
                  </a:lnTo>
                  <a:lnTo>
                    <a:pt x="404964" y="65341"/>
                  </a:lnTo>
                  <a:lnTo>
                    <a:pt x="369925" y="37960"/>
                  </a:lnTo>
                  <a:lnTo>
                    <a:pt x="330111" y="17360"/>
                  </a:lnTo>
                  <a:lnTo>
                    <a:pt x="286385" y="4419"/>
                  </a:lnTo>
                  <a:lnTo>
                    <a:pt x="239610" y="0"/>
                  </a:lnTo>
                  <a:lnTo>
                    <a:pt x="191287" y="5130"/>
                  </a:lnTo>
                  <a:lnTo>
                    <a:pt x="146164" y="19596"/>
                  </a:lnTo>
                  <a:lnTo>
                    <a:pt x="105257" y="42316"/>
                  </a:lnTo>
                  <a:lnTo>
                    <a:pt x="69596" y="72275"/>
                  </a:lnTo>
                  <a:lnTo>
                    <a:pt x="40220" y="108407"/>
                  </a:lnTo>
                  <a:lnTo>
                    <a:pt x="18135" y="149682"/>
                  </a:lnTo>
                  <a:lnTo>
                    <a:pt x="4406" y="195033"/>
                  </a:lnTo>
                  <a:lnTo>
                    <a:pt x="0" y="243446"/>
                  </a:lnTo>
                  <a:lnTo>
                    <a:pt x="5435" y="291312"/>
                  </a:lnTo>
                  <a:lnTo>
                    <a:pt x="19773" y="335851"/>
                  </a:lnTo>
                  <a:lnTo>
                    <a:pt x="42075" y="376123"/>
                  </a:lnTo>
                  <a:lnTo>
                    <a:pt x="71424" y="411187"/>
                  </a:lnTo>
                  <a:lnTo>
                    <a:pt x="106857" y="440105"/>
                  </a:lnTo>
                  <a:lnTo>
                    <a:pt x="147434" y="461937"/>
                  </a:lnTo>
                  <a:lnTo>
                    <a:pt x="192214" y="475716"/>
                  </a:lnTo>
                  <a:lnTo>
                    <a:pt x="193649" y="475869"/>
                  </a:lnTo>
                  <a:lnTo>
                    <a:pt x="287134" y="475869"/>
                  </a:lnTo>
                  <a:lnTo>
                    <a:pt x="330923" y="462826"/>
                  </a:lnTo>
                  <a:lnTo>
                    <a:pt x="370776" y="442023"/>
                  </a:lnTo>
                  <a:lnTo>
                    <a:pt x="405790" y="414401"/>
                  </a:lnTo>
                  <a:lnTo>
                    <a:pt x="435114" y="380847"/>
                  </a:lnTo>
                  <a:lnTo>
                    <a:pt x="457873" y="342239"/>
                  </a:lnTo>
                  <a:lnTo>
                    <a:pt x="482333" y="305295"/>
                  </a:lnTo>
                  <a:lnTo>
                    <a:pt x="515658" y="277291"/>
                  </a:lnTo>
                  <a:lnTo>
                    <a:pt x="555485" y="259524"/>
                  </a:lnTo>
                  <a:lnTo>
                    <a:pt x="599465" y="253314"/>
                  </a:lnTo>
                  <a:lnTo>
                    <a:pt x="601573" y="253314"/>
                  </a:lnTo>
                  <a:lnTo>
                    <a:pt x="645553" y="259524"/>
                  </a:lnTo>
                  <a:lnTo>
                    <a:pt x="685393" y="277291"/>
                  </a:lnTo>
                  <a:lnTo>
                    <a:pt x="718718" y="305295"/>
                  </a:lnTo>
                  <a:lnTo>
                    <a:pt x="743178" y="342239"/>
                  </a:lnTo>
                  <a:lnTo>
                    <a:pt x="765429" y="380161"/>
                  </a:lnTo>
                  <a:lnTo>
                    <a:pt x="794029" y="413219"/>
                  </a:lnTo>
                  <a:lnTo>
                    <a:pt x="828141" y="440601"/>
                  </a:lnTo>
                  <a:lnTo>
                    <a:pt x="866940" y="461479"/>
                  </a:lnTo>
                  <a:lnTo>
                    <a:pt x="909612" y="475030"/>
                  </a:lnTo>
                  <a:lnTo>
                    <a:pt x="916698" y="475869"/>
                  </a:lnTo>
                  <a:lnTo>
                    <a:pt x="1006157" y="475869"/>
                  </a:lnTo>
                  <a:lnTo>
                    <a:pt x="1055916" y="461479"/>
                  </a:lnTo>
                  <a:lnTo>
                    <a:pt x="1094714" y="440601"/>
                  </a:lnTo>
                  <a:lnTo>
                    <a:pt x="1128826" y="413219"/>
                  </a:lnTo>
                  <a:lnTo>
                    <a:pt x="1157427" y="380161"/>
                  </a:lnTo>
                  <a:lnTo>
                    <a:pt x="1179690" y="342239"/>
                  </a:lnTo>
                  <a:lnTo>
                    <a:pt x="1204137" y="305295"/>
                  </a:lnTo>
                  <a:lnTo>
                    <a:pt x="1237475" y="277291"/>
                  </a:lnTo>
                  <a:lnTo>
                    <a:pt x="1277302" y="259524"/>
                  </a:lnTo>
                  <a:lnTo>
                    <a:pt x="1321282" y="253314"/>
                  </a:lnTo>
                  <a:lnTo>
                    <a:pt x="1323390" y="253314"/>
                  </a:lnTo>
                  <a:lnTo>
                    <a:pt x="1367370" y="259524"/>
                  </a:lnTo>
                  <a:lnTo>
                    <a:pt x="1407210" y="277291"/>
                  </a:lnTo>
                  <a:lnTo>
                    <a:pt x="1440535" y="305295"/>
                  </a:lnTo>
                  <a:lnTo>
                    <a:pt x="1464995" y="342239"/>
                  </a:lnTo>
                  <a:lnTo>
                    <a:pt x="1487741" y="380847"/>
                  </a:lnTo>
                  <a:lnTo>
                    <a:pt x="1517065" y="414401"/>
                  </a:lnTo>
                  <a:lnTo>
                    <a:pt x="1552092" y="442023"/>
                  </a:lnTo>
                  <a:lnTo>
                    <a:pt x="1591932" y="462826"/>
                  </a:lnTo>
                  <a:lnTo>
                    <a:pt x="1635721" y="475869"/>
                  </a:lnTo>
                  <a:lnTo>
                    <a:pt x="1729219" y="475869"/>
                  </a:lnTo>
                  <a:lnTo>
                    <a:pt x="1775434" y="461937"/>
                  </a:lnTo>
                  <a:lnTo>
                    <a:pt x="1816011" y="440105"/>
                  </a:lnTo>
                  <a:lnTo>
                    <a:pt x="1851444" y="411187"/>
                  </a:lnTo>
                  <a:lnTo>
                    <a:pt x="1880781" y="376123"/>
                  </a:lnTo>
                  <a:lnTo>
                    <a:pt x="1903095" y="335851"/>
                  </a:lnTo>
                  <a:lnTo>
                    <a:pt x="1917433" y="291312"/>
                  </a:lnTo>
                  <a:lnTo>
                    <a:pt x="1921738" y="253314"/>
                  </a:lnTo>
                  <a:lnTo>
                    <a:pt x="1922856" y="243446"/>
                  </a:lnTo>
                  <a:close/>
                </a:path>
              </a:pathLst>
            </a:custGeom>
            <a:solidFill>
              <a:srgbClr val="FFFFFF">
                <a:alpha val="2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16"/>
          <p:cNvSpPr txBox="1"/>
          <p:nvPr/>
        </p:nvSpPr>
        <p:spPr>
          <a:xfrm>
            <a:off x="16185542" y="998855"/>
            <a:ext cx="10866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Page 10</a:t>
            </a:r>
            <a:endParaRPr sz="2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0" name="Google Shape;170;p16"/>
          <p:cNvSpPr txBox="1"/>
          <p:nvPr>
            <p:ph type="title"/>
          </p:nvPr>
        </p:nvSpPr>
        <p:spPr>
          <a:xfrm>
            <a:off x="381076" y="364713"/>
            <a:ext cx="14745600" cy="16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5511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Implementation &amp; Training Details</a:t>
            </a:r>
            <a:endParaRPr sz="5200"/>
          </a:p>
        </p:txBody>
      </p:sp>
      <p:sp>
        <p:nvSpPr>
          <p:cNvPr id="171" name="Google Shape;171;p16"/>
          <p:cNvSpPr txBox="1"/>
          <p:nvPr/>
        </p:nvSpPr>
        <p:spPr>
          <a:xfrm>
            <a:off x="2110550" y="2683725"/>
            <a:ext cx="11482800" cy="4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Environment: Hardware: NVIDIA GPU (Colab environment).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Software: TensorFlow, Keras, Python. 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Training Parameters: Epochs: 20-30 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Batch Size: 32 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Learning Rate: 1e-3 (warm-up), reduced for fine-tuning. 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Evaluation Metrics: Accuracy, F1-Score, Cohen’s Kappa, AUC.</a:t>
            </a:r>
            <a:endParaRPr sz="34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17"/>
          <p:cNvGrpSpPr/>
          <p:nvPr/>
        </p:nvGrpSpPr>
        <p:grpSpPr>
          <a:xfrm>
            <a:off x="14731657" y="8212759"/>
            <a:ext cx="3556342" cy="2074241"/>
            <a:chOff x="14731657" y="8212759"/>
            <a:chExt cx="3556342" cy="2074241"/>
          </a:xfrm>
        </p:grpSpPr>
        <p:pic>
          <p:nvPicPr>
            <p:cNvPr id="177" name="Google Shape;177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731663" y="8212761"/>
              <a:ext cx="3555427" cy="20731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263352" y="9740765"/>
              <a:ext cx="459134" cy="4825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014979" y="9880384"/>
              <a:ext cx="365150" cy="406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7798936" y="8776174"/>
              <a:ext cx="489063" cy="8138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7091003" y="8450010"/>
              <a:ext cx="636042" cy="4136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17"/>
            <p:cNvSpPr/>
            <p:nvPr/>
          </p:nvSpPr>
          <p:spPr>
            <a:xfrm>
              <a:off x="14731657" y="8212759"/>
              <a:ext cx="3556000" cy="2073275"/>
            </a:xfrm>
            <a:custGeom>
              <a:rect b="b" l="l" r="r" t="t"/>
              <a:pathLst>
                <a:path extrusionOk="0" h="2073275" w="3556000">
                  <a:moveTo>
                    <a:pt x="3555428" y="407263"/>
                  </a:moveTo>
                  <a:lnTo>
                    <a:pt x="3555187" y="135763"/>
                  </a:lnTo>
                  <a:lnTo>
                    <a:pt x="3555174" y="122186"/>
                  </a:lnTo>
                  <a:lnTo>
                    <a:pt x="3555060" y="0"/>
                  </a:lnTo>
                  <a:lnTo>
                    <a:pt x="3330029" y="85217"/>
                  </a:lnTo>
                  <a:lnTo>
                    <a:pt x="3278454" y="121107"/>
                  </a:lnTo>
                  <a:lnTo>
                    <a:pt x="3278454" y="1340535"/>
                  </a:lnTo>
                  <a:lnTo>
                    <a:pt x="3275114" y="1382547"/>
                  </a:lnTo>
                  <a:lnTo>
                    <a:pt x="3272993" y="1437665"/>
                  </a:lnTo>
                  <a:lnTo>
                    <a:pt x="3263074" y="1482166"/>
                  </a:lnTo>
                  <a:lnTo>
                    <a:pt x="3249828" y="1527924"/>
                  </a:lnTo>
                  <a:lnTo>
                    <a:pt x="3226905" y="1577340"/>
                  </a:lnTo>
                  <a:lnTo>
                    <a:pt x="3198342" y="1628889"/>
                  </a:lnTo>
                  <a:lnTo>
                    <a:pt x="3161779" y="1669897"/>
                  </a:lnTo>
                  <a:lnTo>
                    <a:pt x="3077705" y="1728901"/>
                  </a:lnTo>
                  <a:lnTo>
                    <a:pt x="3042551" y="1742211"/>
                  </a:lnTo>
                  <a:lnTo>
                    <a:pt x="3013087" y="1739785"/>
                  </a:lnTo>
                  <a:lnTo>
                    <a:pt x="2992386" y="1734045"/>
                  </a:lnTo>
                  <a:lnTo>
                    <a:pt x="2983496" y="1737410"/>
                  </a:lnTo>
                  <a:lnTo>
                    <a:pt x="2927019" y="1690890"/>
                  </a:lnTo>
                  <a:lnTo>
                    <a:pt x="2903601" y="1645450"/>
                  </a:lnTo>
                  <a:lnTo>
                    <a:pt x="2891434" y="1609318"/>
                  </a:lnTo>
                  <a:lnTo>
                    <a:pt x="2880830" y="1559013"/>
                  </a:lnTo>
                  <a:lnTo>
                    <a:pt x="2871101" y="1494790"/>
                  </a:lnTo>
                  <a:lnTo>
                    <a:pt x="2870517" y="1440700"/>
                  </a:lnTo>
                  <a:lnTo>
                    <a:pt x="2873883" y="1385100"/>
                  </a:lnTo>
                  <a:lnTo>
                    <a:pt x="2881668" y="1341412"/>
                  </a:lnTo>
                  <a:lnTo>
                    <a:pt x="2891028" y="1297127"/>
                  </a:lnTo>
                  <a:lnTo>
                    <a:pt x="2897403" y="1240396"/>
                  </a:lnTo>
                  <a:lnTo>
                    <a:pt x="2909735" y="1194981"/>
                  </a:lnTo>
                  <a:lnTo>
                    <a:pt x="2923463" y="1149045"/>
                  </a:lnTo>
                  <a:lnTo>
                    <a:pt x="2938526" y="1102601"/>
                  </a:lnTo>
                  <a:lnTo>
                    <a:pt x="2954871" y="1055674"/>
                  </a:lnTo>
                  <a:lnTo>
                    <a:pt x="2976930" y="1020152"/>
                  </a:lnTo>
                  <a:lnTo>
                    <a:pt x="2995650" y="972324"/>
                  </a:lnTo>
                  <a:lnTo>
                    <a:pt x="3015475" y="924077"/>
                  </a:lnTo>
                  <a:lnTo>
                    <a:pt x="3040850" y="887310"/>
                  </a:lnTo>
                  <a:lnTo>
                    <a:pt x="3067202" y="850176"/>
                  </a:lnTo>
                  <a:lnTo>
                    <a:pt x="3097885" y="879284"/>
                  </a:lnTo>
                  <a:lnTo>
                    <a:pt x="3130143" y="921397"/>
                  </a:lnTo>
                  <a:lnTo>
                    <a:pt x="3159404" y="964628"/>
                  </a:lnTo>
                  <a:lnTo>
                    <a:pt x="3185680" y="1009002"/>
                  </a:lnTo>
                  <a:lnTo>
                    <a:pt x="3208921" y="1054531"/>
                  </a:lnTo>
                  <a:lnTo>
                    <a:pt x="3229089" y="1101204"/>
                  </a:lnTo>
                  <a:lnTo>
                    <a:pt x="3246170" y="1149057"/>
                  </a:lnTo>
                  <a:lnTo>
                    <a:pt x="3260128" y="1198092"/>
                  </a:lnTo>
                  <a:lnTo>
                    <a:pt x="3266427" y="1236446"/>
                  </a:lnTo>
                  <a:lnTo>
                    <a:pt x="3274047" y="1287881"/>
                  </a:lnTo>
                  <a:lnTo>
                    <a:pt x="3278454" y="1340535"/>
                  </a:lnTo>
                  <a:lnTo>
                    <a:pt x="3278454" y="121107"/>
                  </a:lnTo>
                  <a:lnTo>
                    <a:pt x="3030131" y="293839"/>
                  </a:lnTo>
                  <a:lnTo>
                    <a:pt x="2993212" y="334987"/>
                  </a:lnTo>
                  <a:lnTo>
                    <a:pt x="2975546" y="328091"/>
                  </a:lnTo>
                  <a:lnTo>
                    <a:pt x="2957639" y="321297"/>
                  </a:lnTo>
                  <a:lnTo>
                    <a:pt x="2939516" y="314579"/>
                  </a:lnTo>
                  <a:lnTo>
                    <a:pt x="2921177" y="307949"/>
                  </a:lnTo>
                  <a:lnTo>
                    <a:pt x="2874264" y="284962"/>
                  </a:lnTo>
                  <a:lnTo>
                    <a:pt x="2830792" y="274269"/>
                  </a:lnTo>
                  <a:lnTo>
                    <a:pt x="2786303" y="263956"/>
                  </a:lnTo>
                  <a:lnTo>
                    <a:pt x="2740850" y="254012"/>
                  </a:lnTo>
                  <a:lnTo>
                    <a:pt x="2694482" y="244411"/>
                  </a:lnTo>
                  <a:lnTo>
                    <a:pt x="2647238" y="235140"/>
                  </a:lnTo>
                  <a:lnTo>
                    <a:pt x="2603665" y="238061"/>
                  </a:lnTo>
                  <a:lnTo>
                    <a:pt x="2554821" y="229400"/>
                  </a:lnTo>
                  <a:lnTo>
                    <a:pt x="2463990" y="236626"/>
                  </a:lnTo>
                  <a:lnTo>
                    <a:pt x="2413114" y="228739"/>
                  </a:lnTo>
                  <a:lnTo>
                    <a:pt x="2318639" y="237350"/>
                  </a:lnTo>
                  <a:lnTo>
                    <a:pt x="2275154" y="253809"/>
                  </a:lnTo>
                  <a:lnTo>
                    <a:pt x="2177923" y="263474"/>
                  </a:lnTo>
                  <a:lnTo>
                    <a:pt x="1860816" y="383552"/>
                  </a:lnTo>
                  <a:lnTo>
                    <a:pt x="1819605" y="412737"/>
                  </a:lnTo>
                  <a:lnTo>
                    <a:pt x="1773948" y="430034"/>
                  </a:lnTo>
                  <a:lnTo>
                    <a:pt x="1530553" y="603681"/>
                  </a:lnTo>
                  <a:lnTo>
                    <a:pt x="1495539" y="644105"/>
                  </a:lnTo>
                  <a:lnTo>
                    <a:pt x="1456448" y="672477"/>
                  </a:lnTo>
                  <a:lnTo>
                    <a:pt x="1394853" y="750125"/>
                  </a:lnTo>
                  <a:lnTo>
                    <a:pt x="1360297" y="776795"/>
                  </a:lnTo>
                  <a:lnTo>
                    <a:pt x="1301711" y="853300"/>
                  </a:lnTo>
                  <a:lnTo>
                    <a:pt x="1273225" y="891247"/>
                  </a:lnTo>
                  <a:lnTo>
                    <a:pt x="1249794" y="940866"/>
                  </a:lnTo>
                  <a:lnTo>
                    <a:pt x="1222425" y="978382"/>
                  </a:lnTo>
                  <a:lnTo>
                    <a:pt x="1195628" y="1015695"/>
                  </a:lnTo>
                  <a:lnTo>
                    <a:pt x="1173924" y="1064653"/>
                  </a:lnTo>
                  <a:lnTo>
                    <a:pt x="1148334" y="1101496"/>
                  </a:lnTo>
                  <a:lnTo>
                    <a:pt x="1127861" y="1149997"/>
                  </a:lnTo>
                  <a:lnTo>
                    <a:pt x="1108024" y="1198245"/>
                  </a:lnTo>
                  <a:lnTo>
                    <a:pt x="1088821" y="1246251"/>
                  </a:lnTo>
                  <a:lnTo>
                    <a:pt x="1065796" y="1282141"/>
                  </a:lnTo>
                  <a:lnTo>
                    <a:pt x="1047940" y="1329639"/>
                  </a:lnTo>
                  <a:lnTo>
                    <a:pt x="1030770" y="1376883"/>
                  </a:lnTo>
                  <a:lnTo>
                    <a:pt x="1018794" y="1435735"/>
                  </a:lnTo>
                  <a:lnTo>
                    <a:pt x="1003046" y="1482445"/>
                  </a:lnTo>
                  <a:lnTo>
                    <a:pt x="988021" y="1528876"/>
                  </a:lnTo>
                  <a:lnTo>
                    <a:pt x="934897" y="1521828"/>
                  </a:lnTo>
                  <a:lnTo>
                    <a:pt x="885215" y="1527060"/>
                  </a:lnTo>
                  <a:lnTo>
                    <a:pt x="830097" y="1520774"/>
                  </a:lnTo>
                  <a:lnTo>
                    <a:pt x="674128" y="1539087"/>
                  </a:lnTo>
                  <a:lnTo>
                    <a:pt x="625767" y="1557413"/>
                  </a:lnTo>
                  <a:lnTo>
                    <a:pt x="572693" y="1563928"/>
                  </a:lnTo>
                  <a:lnTo>
                    <a:pt x="524065" y="1582343"/>
                  </a:lnTo>
                  <a:lnTo>
                    <a:pt x="484365" y="1610956"/>
                  </a:lnTo>
                  <a:lnTo>
                    <a:pt x="440309" y="1627644"/>
                  </a:lnTo>
                  <a:lnTo>
                    <a:pt x="400926" y="1656130"/>
                  </a:lnTo>
                  <a:lnTo>
                    <a:pt x="357289" y="1672653"/>
                  </a:lnTo>
                  <a:lnTo>
                    <a:pt x="280009" y="1729079"/>
                  </a:lnTo>
                  <a:lnTo>
                    <a:pt x="246468" y="1768944"/>
                  </a:lnTo>
                  <a:lnTo>
                    <a:pt x="208902" y="1796745"/>
                  </a:lnTo>
                  <a:lnTo>
                    <a:pt x="176390" y="1836216"/>
                  </a:lnTo>
                  <a:lnTo>
                    <a:pt x="139966" y="1863598"/>
                  </a:lnTo>
                  <a:lnTo>
                    <a:pt x="108699" y="1902587"/>
                  </a:lnTo>
                  <a:lnTo>
                    <a:pt x="78143" y="1941322"/>
                  </a:lnTo>
                  <a:lnTo>
                    <a:pt x="52870" y="1991639"/>
                  </a:lnTo>
                  <a:lnTo>
                    <a:pt x="23914" y="2029752"/>
                  </a:lnTo>
                  <a:lnTo>
                    <a:pt x="0" y="2065972"/>
                  </a:lnTo>
                  <a:lnTo>
                    <a:pt x="474179" y="2062949"/>
                  </a:lnTo>
                  <a:lnTo>
                    <a:pt x="478967" y="2061146"/>
                  </a:lnTo>
                  <a:lnTo>
                    <a:pt x="590308" y="1978240"/>
                  </a:lnTo>
                  <a:lnTo>
                    <a:pt x="632193" y="1962378"/>
                  </a:lnTo>
                  <a:lnTo>
                    <a:pt x="669455" y="1934679"/>
                  </a:lnTo>
                  <a:lnTo>
                    <a:pt x="717905" y="1916341"/>
                  </a:lnTo>
                  <a:lnTo>
                    <a:pt x="821474" y="1904276"/>
                  </a:lnTo>
                  <a:lnTo>
                    <a:pt x="871220" y="1899018"/>
                  </a:lnTo>
                  <a:lnTo>
                    <a:pt x="923531" y="1906371"/>
                  </a:lnTo>
                  <a:lnTo>
                    <a:pt x="921677" y="1947824"/>
                  </a:lnTo>
                  <a:lnTo>
                    <a:pt x="915720" y="1977237"/>
                  </a:lnTo>
                  <a:lnTo>
                    <a:pt x="914679" y="2018372"/>
                  </a:lnTo>
                  <a:lnTo>
                    <a:pt x="914057" y="2059343"/>
                  </a:lnTo>
                  <a:lnTo>
                    <a:pt x="914412" y="2072792"/>
                  </a:lnTo>
                  <a:lnTo>
                    <a:pt x="1645869" y="2067407"/>
                  </a:lnTo>
                  <a:lnTo>
                    <a:pt x="1636001" y="2030399"/>
                  </a:lnTo>
                  <a:lnTo>
                    <a:pt x="1618640" y="1982660"/>
                  </a:lnTo>
                  <a:lnTo>
                    <a:pt x="1597520" y="1936330"/>
                  </a:lnTo>
                  <a:lnTo>
                    <a:pt x="1572602" y="1891449"/>
                  </a:lnTo>
                  <a:lnTo>
                    <a:pt x="1549742" y="1859368"/>
                  </a:lnTo>
                  <a:lnTo>
                    <a:pt x="1519618" y="1816455"/>
                  </a:lnTo>
                  <a:lnTo>
                    <a:pt x="1491272" y="1786445"/>
                  </a:lnTo>
                  <a:lnTo>
                    <a:pt x="1455801" y="1745551"/>
                  </a:lnTo>
                  <a:lnTo>
                    <a:pt x="1422234" y="1717522"/>
                  </a:lnTo>
                  <a:lnTo>
                    <a:pt x="1386154" y="1690446"/>
                  </a:lnTo>
                  <a:lnTo>
                    <a:pt x="1360449" y="1673021"/>
                  </a:lnTo>
                  <a:lnTo>
                    <a:pt x="1347597" y="1664309"/>
                  </a:lnTo>
                  <a:lnTo>
                    <a:pt x="1359103" y="1605635"/>
                  </a:lnTo>
                  <a:lnTo>
                    <a:pt x="1376057" y="1558467"/>
                  </a:lnTo>
                  <a:lnTo>
                    <a:pt x="1393926" y="1510969"/>
                  </a:lnTo>
                  <a:lnTo>
                    <a:pt x="1408188" y="1451241"/>
                  </a:lnTo>
                  <a:lnTo>
                    <a:pt x="1427810" y="1403070"/>
                  </a:lnTo>
                  <a:lnTo>
                    <a:pt x="1448295" y="1354582"/>
                  </a:lnTo>
                  <a:lnTo>
                    <a:pt x="1469593" y="1305775"/>
                  </a:lnTo>
                  <a:lnTo>
                    <a:pt x="1496187" y="1268539"/>
                  </a:lnTo>
                  <a:lnTo>
                    <a:pt x="1519059" y="1219136"/>
                  </a:lnTo>
                  <a:lnTo>
                    <a:pt x="1547177" y="1181328"/>
                  </a:lnTo>
                  <a:lnTo>
                    <a:pt x="1571536" y="1131366"/>
                  </a:lnTo>
                  <a:lnTo>
                    <a:pt x="1601089" y="1093012"/>
                  </a:lnTo>
                  <a:lnTo>
                    <a:pt x="1631327" y="1054404"/>
                  </a:lnTo>
                  <a:lnTo>
                    <a:pt x="1693735" y="976452"/>
                  </a:lnTo>
                  <a:lnTo>
                    <a:pt x="1730375" y="948994"/>
                  </a:lnTo>
                  <a:lnTo>
                    <a:pt x="1764931" y="908748"/>
                  </a:lnTo>
                  <a:lnTo>
                    <a:pt x="1804631" y="880135"/>
                  </a:lnTo>
                  <a:lnTo>
                    <a:pt x="1840382" y="839444"/>
                  </a:lnTo>
                  <a:lnTo>
                    <a:pt x="1922106" y="781329"/>
                  </a:lnTo>
                  <a:lnTo>
                    <a:pt x="1967877" y="763993"/>
                  </a:lnTo>
                  <a:lnTo>
                    <a:pt x="2009305" y="734733"/>
                  </a:lnTo>
                  <a:lnTo>
                    <a:pt x="2101138" y="699960"/>
                  </a:lnTo>
                  <a:lnTo>
                    <a:pt x="2142363" y="670763"/>
                  </a:lnTo>
                  <a:lnTo>
                    <a:pt x="2192312" y="665429"/>
                  </a:lnTo>
                  <a:lnTo>
                    <a:pt x="2281986" y="631469"/>
                  </a:lnTo>
                  <a:lnTo>
                    <a:pt x="2425433" y="617893"/>
                  </a:lnTo>
                  <a:lnTo>
                    <a:pt x="2516809" y="610450"/>
                  </a:lnTo>
                  <a:lnTo>
                    <a:pt x="2565425" y="619201"/>
                  </a:lnTo>
                  <a:lnTo>
                    <a:pt x="2608338" y="616521"/>
                  </a:lnTo>
                  <a:lnTo>
                    <a:pt x="2654477" y="626224"/>
                  </a:lnTo>
                  <a:lnTo>
                    <a:pt x="2699207" y="636435"/>
                  </a:lnTo>
                  <a:lnTo>
                    <a:pt x="2742450" y="647217"/>
                  </a:lnTo>
                  <a:lnTo>
                    <a:pt x="2714307" y="685038"/>
                  </a:lnTo>
                  <a:lnTo>
                    <a:pt x="2691600" y="734377"/>
                  </a:lnTo>
                  <a:lnTo>
                    <a:pt x="2665349" y="771486"/>
                  </a:lnTo>
                  <a:lnTo>
                    <a:pt x="2644584" y="820089"/>
                  </a:lnTo>
                  <a:lnTo>
                    <a:pt x="2624836" y="868311"/>
                  </a:lnTo>
                  <a:lnTo>
                    <a:pt x="2606129" y="916127"/>
                  </a:lnTo>
                  <a:lnTo>
                    <a:pt x="2588501" y="963549"/>
                  </a:lnTo>
                  <a:lnTo>
                    <a:pt x="2571966" y="1010551"/>
                  </a:lnTo>
                  <a:lnTo>
                    <a:pt x="2556560" y="1057122"/>
                  </a:lnTo>
                  <a:lnTo>
                    <a:pt x="2542311" y="1103261"/>
                  </a:lnTo>
                  <a:lnTo>
                    <a:pt x="2529243" y="1148943"/>
                  </a:lnTo>
                  <a:lnTo>
                    <a:pt x="2521877" y="1206055"/>
                  </a:lnTo>
                  <a:lnTo>
                    <a:pt x="2511260" y="1250810"/>
                  </a:lnTo>
                  <a:lnTo>
                    <a:pt x="2501900" y="1295095"/>
                  </a:lnTo>
                  <a:lnTo>
                    <a:pt x="2498344" y="1350772"/>
                  </a:lnTo>
                  <a:lnTo>
                    <a:pt x="2495004" y="1406347"/>
                  </a:lnTo>
                  <a:lnTo>
                    <a:pt x="2494127" y="1461008"/>
                  </a:lnTo>
                  <a:lnTo>
                    <a:pt x="2495766" y="1514703"/>
                  </a:lnTo>
                  <a:lnTo>
                    <a:pt x="2495524" y="1555534"/>
                  </a:lnTo>
                  <a:lnTo>
                    <a:pt x="2502446" y="1607235"/>
                  </a:lnTo>
                  <a:lnTo>
                    <a:pt x="2512136" y="1657883"/>
                  </a:lnTo>
                  <a:lnTo>
                    <a:pt x="2524645" y="1707464"/>
                  </a:lnTo>
                  <a:lnTo>
                    <a:pt x="2540063" y="1755952"/>
                  </a:lnTo>
                  <a:lnTo>
                    <a:pt x="2558592" y="1803260"/>
                  </a:lnTo>
                  <a:lnTo>
                    <a:pt x="2580589" y="1849247"/>
                  </a:lnTo>
                  <a:lnTo>
                    <a:pt x="2606027" y="1893925"/>
                  </a:lnTo>
                  <a:lnTo>
                    <a:pt x="2630386" y="1925447"/>
                  </a:lnTo>
                  <a:lnTo>
                    <a:pt x="2662605" y="1967572"/>
                  </a:lnTo>
                  <a:lnTo>
                    <a:pt x="2693670" y="1996541"/>
                  </a:lnTo>
                  <a:lnTo>
                    <a:pt x="2728023" y="2024278"/>
                  </a:lnTo>
                  <a:lnTo>
                    <a:pt x="2765653" y="2050770"/>
                  </a:lnTo>
                  <a:lnTo>
                    <a:pt x="3244519" y="2073135"/>
                  </a:lnTo>
                  <a:lnTo>
                    <a:pt x="3277501" y="2047062"/>
                  </a:lnTo>
                  <a:lnTo>
                    <a:pt x="3320250" y="2030869"/>
                  </a:lnTo>
                  <a:lnTo>
                    <a:pt x="3358324" y="2002878"/>
                  </a:lnTo>
                  <a:lnTo>
                    <a:pt x="3391497" y="1963153"/>
                  </a:lnTo>
                  <a:lnTo>
                    <a:pt x="3428517" y="1935556"/>
                  </a:lnTo>
                  <a:lnTo>
                    <a:pt x="3460153" y="1896414"/>
                  </a:lnTo>
                  <a:lnTo>
                    <a:pt x="3490645" y="1857705"/>
                  </a:lnTo>
                  <a:lnTo>
                    <a:pt x="3519754" y="1819529"/>
                  </a:lnTo>
                  <a:lnTo>
                    <a:pt x="3547262" y="1781949"/>
                  </a:lnTo>
                  <a:lnTo>
                    <a:pt x="3553866" y="1765871"/>
                  </a:lnTo>
                  <a:lnTo>
                    <a:pt x="3553777" y="1548625"/>
                  </a:lnTo>
                  <a:lnTo>
                    <a:pt x="3553523" y="896874"/>
                  </a:lnTo>
                  <a:lnTo>
                    <a:pt x="3525062" y="839749"/>
                  </a:lnTo>
                  <a:lnTo>
                    <a:pt x="3499828" y="794981"/>
                  </a:lnTo>
                  <a:lnTo>
                    <a:pt x="3472561" y="750989"/>
                  </a:lnTo>
                  <a:lnTo>
                    <a:pt x="3443313" y="707745"/>
                  </a:lnTo>
                  <a:lnTo>
                    <a:pt x="3412121" y="665238"/>
                  </a:lnTo>
                  <a:lnTo>
                    <a:pt x="3383534" y="635317"/>
                  </a:lnTo>
                  <a:lnTo>
                    <a:pt x="3348596" y="594233"/>
                  </a:lnTo>
                  <a:lnTo>
                    <a:pt x="3311842" y="553834"/>
                  </a:lnTo>
                  <a:lnTo>
                    <a:pt x="3425596" y="470014"/>
                  </a:lnTo>
                  <a:lnTo>
                    <a:pt x="3468649" y="453707"/>
                  </a:lnTo>
                  <a:lnTo>
                    <a:pt x="3507435" y="425437"/>
                  </a:lnTo>
                  <a:lnTo>
                    <a:pt x="3555428" y="407263"/>
                  </a:lnTo>
                  <a:close/>
                </a:path>
              </a:pathLst>
            </a:custGeom>
            <a:solidFill>
              <a:srgbClr val="FFFFFF">
                <a:alpha val="2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" name="Google Shape;183;p17"/>
          <p:cNvSpPr txBox="1"/>
          <p:nvPr/>
        </p:nvSpPr>
        <p:spPr>
          <a:xfrm>
            <a:off x="16205634" y="998855"/>
            <a:ext cx="10668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Page 11</a:t>
            </a:r>
            <a:endParaRPr sz="21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84" name="Google Shape;184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2400" y="670263"/>
            <a:ext cx="15544500" cy="894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18"/>
          <p:cNvGrpSpPr/>
          <p:nvPr/>
        </p:nvGrpSpPr>
        <p:grpSpPr>
          <a:xfrm>
            <a:off x="14731657" y="8212759"/>
            <a:ext cx="3556342" cy="2074241"/>
            <a:chOff x="14731657" y="8212759"/>
            <a:chExt cx="3556342" cy="2074241"/>
          </a:xfrm>
        </p:grpSpPr>
        <p:pic>
          <p:nvPicPr>
            <p:cNvPr id="190" name="Google Shape;190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731663" y="8212761"/>
              <a:ext cx="3555427" cy="20731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263352" y="9740765"/>
              <a:ext cx="459134" cy="4825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" name="Google Shape;192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014979" y="9880384"/>
              <a:ext cx="365150" cy="4066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7798936" y="8776174"/>
              <a:ext cx="489063" cy="8138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7091003" y="8450010"/>
              <a:ext cx="636042" cy="4136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18"/>
            <p:cNvSpPr/>
            <p:nvPr/>
          </p:nvSpPr>
          <p:spPr>
            <a:xfrm>
              <a:off x="14731657" y="8212759"/>
              <a:ext cx="3556000" cy="2073275"/>
            </a:xfrm>
            <a:custGeom>
              <a:rect b="b" l="l" r="r" t="t"/>
              <a:pathLst>
                <a:path extrusionOk="0" h="2073275" w="3556000">
                  <a:moveTo>
                    <a:pt x="3555428" y="407263"/>
                  </a:moveTo>
                  <a:lnTo>
                    <a:pt x="3555187" y="135763"/>
                  </a:lnTo>
                  <a:lnTo>
                    <a:pt x="3555174" y="122186"/>
                  </a:lnTo>
                  <a:lnTo>
                    <a:pt x="3555060" y="0"/>
                  </a:lnTo>
                  <a:lnTo>
                    <a:pt x="3330029" y="85217"/>
                  </a:lnTo>
                  <a:lnTo>
                    <a:pt x="3278454" y="121107"/>
                  </a:lnTo>
                  <a:lnTo>
                    <a:pt x="3278454" y="1340535"/>
                  </a:lnTo>
                  <a:lnTo>
                    <a:pt x="3275114" y="1382547"/>
                  </a:lnTo>
                  <a:lnTo>
                    <a:pt x="3272993" y="1437665"/>
                  </a:lnTo>
                  <a:lnTo>
                    <a:pt x="3263074" y="1482166"/>
                  </a:lnTo>
                  <a:lnTo>
                    <a:pt x="3249828" y="1527924"/>
                  </a:lnTo>
                  <a:lnTo>
                    <a:pt x="3226905" y="1577340"/>
                  </a:lnTo>
                  <a:lnTo>
                    <a:pt x="3198342" y="1628889"/>
                  </a:lnTo>
                  <a:lnTo>
                    <a:pt x="3161779" y="1669897"/>
                  </a:lnTo>
                  <a:lnTo>
                    <a:pt x="3077705" y="1728901"/>
                  </a:lnTo>
                  <a:lnTo>
                    <a:pt x="3042551" y="1742211"/>
                  </a:lnTo>
                  <a:lnTo>
                    <a:pt x="3013087" y="1739785"/>
                  </a:lnTo>
                  <a:lnTo>
                    <a:pt x="2992386" y="1734045"/>
                  </a:lnTo>
                  <a:lnTo>
                    <a:pt x="2983496" y="1737410"/>
                  </a:lnTo>
                  <a:lnTo>
                    <a:pt x="2927019" y="1690890"/>
                  </a:lnTo>
                  <a:lnTo>
                    <a:pt x="2903601" y="1645450"/>
                  </a:lnTo>
                  <a:lnTo>
                    <a:pt x="2891434" y="1609318"/>
                  </a:lnTo>
                  <a:lnTo>
                    <a:pt x="2880830" y="1559013"/>
                  </a:lnTo>
                  <a:lnTo>
                    <a:pt x="2871101" y="1494790"/>
                  </a:lnTo>
                  <a:lnTo>
                    <a:pt x="2870517" y="1440700"/>
                  </a:lnTo>
                  <a:lnTo>
                    <a:pt x="2873883" y="1385100"/>
                  </a:lnTo>
                  <a:lnTo>
                    <a:pt x="2881668" y="1341412"/>
                  </a:lnTo>
                  <a:lnTo>
                    <a:pt x="2891028" y="1297127"/>
                  </a:lnTo>
                  <a:lnTo>
                    <a:pt x="2897403" y="1240396"/>
                  </a:lnTo>
                  <a:lnTo>
                    <a:pt x="2909735" y="1194981"/>
                  </a:lnTo>
                  <a:lnTo>
                    <a:pt x="2923463" y="1149045"/>
                  </a:lnTo>
                  <a:lnTo>
                    <a:pt x="2938526" y="1102601"/>
                  </a:lnTo>
                  <a:lnTo>
                    <a:pt x="2954871" y="1055674"/>
                  </a:lnTo>
                  <a:lnTo>
                    <a:pt x="2976930" y="1020152"/>
                  </a:lnTo>
                  <a:lnTo>
                    <a:pt x="2995650" y="972324"/>
                  </a:lnTo>
                  <a:lnTo>
                    <a:pt x="3015475" y="924077"/>
                  </a:lnTo>
                  <a:lnTo>
                    <a:pt x="3040850" y="887310"/>
                  </a:lnTo>
                  <a:lnTo>
                    <a:pt x="3067202" y="850176"/>
                  </a:lnTo>
                  <a:lnTo>
                    <a:pt x="3097885" y="879284"/>
                  </a:lnTo>
                  <a:lnTo>
                    <a:pt x="3130143" y="921397"/>
                  </a:lnTo>
                  <a:lnTo>
                    <a:pt x="3159404" y="964628"/>
                  </a:lnTo>
                  <a:lnTo>
                    <a:pt x="3185680" y="1009002"/>
                  </a:lnTo>
                  <a:lnTo>
                    <a:pt x="3208921" y="1054531"/>
                  </a:lnTo>
                  <a:lnTo>
                    <a:pt x="3229089" y="1101204"/>
                  </a:lnTo>
                  <a:lnTo>
                    <a:pt x="3246170" y="1149057"/>
                  </a:lnTo>
                  <a:lnTo>
                    <a:pt x="3260128" y="1198092"/>
                  </a:lnTo>
                  <a:lnTo>
                    <a:pt x="3266427" y="1236446"/>
                  </a:lnTo>
                  <a:lnTo>
                    <a:pt x="3274047" y="1287881"/>
                  </a:lnTo>
                  <a:lnTo>
                    <a:pt x="3278454" y="1340535"/>
                  </a:lnTo>
                  <a:lnTo>
                    <a:pt x="3278454" y="121107"/>
                  </a:lnTo>
                  <a:lnTo>
                    <a:pt x="3030131" y="293839"/>
                  </a:lnTo>
                  <a:lnTo>
                    <a:pt x="2993212" y="334987"/>
                  </a:lnTo>
                  <a:lnTo>
                    <a:pt x="2975546" y="328091"/>
                  </a:lnTo>
                  <a:lnTo>
                    <a:pt x="2957639" y="321297"/>
                  </a:lnTo>
                  <a:lnTo>
                    <a:pt x="2939516" y="314579"/>
                  </a:lnTo>
                  <a:lnTo>
                    <a:pt x="2921177" y="307949"/>
                  </a:lnTo>
                  <a:lnTo>
                    <a:pt x="2874264" y="284962"/>
                  </a:lnTo>
                  <a:lnTo>
                    <a:pt x="2830792" y="274269"/>
                  </a:lnTo>
                  <a:lnTo>
                    <a:pt x="2786303" y="263956"/>
                  </a:lnTo>
                  <a:lnTo>
                    <a:pt x="2740850" y="254012"/>
                  </a:lnTo>
                  <a:lnTo>
                    <a:pt x="2694482" y="244411"/>
                  </a:lnTo>
                  <a:lnTo>
                    <a:pt x="2647238" y="235140"/>
                  </a:lnTo>
                  <a:lnTo>
                    <a:pt x="2603665" y="238061"/>
                  </a:lnTo>
                  <a:lnTo>
                    <a:pt x="2554821" y="229400"/>
                  </a:lnTo>
                  <a:lnTo>
                    <a:pt x="2463990" y="236626"/>
                  </a:lnTo>
                  <a:lnTo>
                    <a:pt x="2413114" y="228739"/>
                  </a:lnTo>
                  <a:lnTo>
                    <a:pt x="2318639" y="237350"/>
                  </a:lnTo>
                  <a:lnTo>
                    <a:pt x="2275154" y="253809"/>
                  </a:lnTo>
                  <a:lnTo>
                    <a:pt x="2177923" y="263474"/>
                  </a:lnTo>
                  <a:lnTo>
                    <a:pt x="1860816" y="383552"/>
                  </a:lnTo>
                  <a:lnTo>
                    <a:pt x="1819605" y="412737"/>
                  </a:lnTo>
                  <a:lnTo>
                    <a:pt x="1773948" y="430034"/>
                  </a:lnTo>
                  <a:lnTo>
                    <a:pt x="1530553" y="603681"/>
                  </a:lnTo>
                  <a:lnTo>
                    <a:pt x="1495539" y="644105"/>
                  </a:lnTo>
                  <a:lnTo>
                    <a:pt x="1456448" y="672477"/>
                  </a:lnTo>
                  <a:lnTo>
                    <a:pt x="1394853" y="750125"/>
                  </a:lnTo>
                  <a:lnTo>
                    <a:pt x="1360297" y="776795"/>
                  </a:lnTo>
                  <a:lnTo>
                    <a:pt x="1301711" y="853300"/>
                  </a:lnTo>
                  <a:lnTo>
                    <a:pt x="1273225" y="891247"/>
                  </a:lnTo>
                  <a:lnTo>
                    <a:pt x="1249794" y="940866"/>
                  </a:lnTo>
                  <a:lnTo>
                    <a:pt x="1222425" y="978382"/>
                  </a:lnTo>
                  <a:lnTo>
                    <a:pt x="1195628" y="1015695"/>
                  </a:lnTo>
                  <a:lnTo>
                    <a:pt x="1173924" y="1064653"/>
                  </a:lnTo>
                  <a:lnTo>
                    <a:pt x="1148334" y="1101496"/>
                  </a:lnTo>
                  <a:lnTo>
                    <a:pt x="1127861" y="1149997"/>
                  </a:lnTo>
                  <a:lnTo>
                    <a:pt x="1108024" y="1198245"/>
                  </a:lnTo>
                  <a:lnTo>
                    <a:pt x="1088821" y="1246251"/>
                  </a:lnTo>
                  <a:lnTo>
                    <a:pt x="1065796" y="1282141"/>
                  </a:lnTo>
                  <a:lnTo>
                    <a:pt x="1047940" y="1329639"/>
                  </a:lnTo>
                  <a:lnTo>
                    <a:pt x="1030770" y="1376883"/>
                  </a:lnTo>
                  <a:lnTo>
                    <a:pt x="1018794" y="1435735"/>
                  </a:lnTo>
                  <a:lnTo>
                    <a:pt x="1003046" y="1482445"/>
                  </a:lnTo>
                  <a:lnTo>
                    <a:pt x="988021" y="1528876"/>
                  </a:lnTo>
                  <a:lnTo>
                    <a:pt x="934897" y="1521828"/>
                  </a:lnTo>
                  <a:lnTo>
                    <a:pt x="885215" y="1527060"/>
                  </a:lnTo>
                  <a:lnTo>
                    <a:pt x="830097" y="1520774"/>
                  </a:lnTo>
                  <a:lnTo>
                    <a:pt x="674128" y="1539087"/>
                  </a:lnTo>
                  <a:lnTo>
                    <a:pt x="625767" y="1557413"/>
                  </a:lnTo>
                  <a:lnTo>
                    <a:pt x="572693" y="1563928"/>
                  </a:lnTo>
                  <a:lnTo>
                    <a:pt x="524065" y="1582343"/>
                  </a:lnTo>
                  <a:lnTo>
                    <a:pt x="484365" y="1610956"/>
                  </a:lnTo>
                  <a:lnTo>
                    <a:pt x="440309" y="1627644"/>
                  </a:lnTo>
                  <a:lnTo>
                    <a:pt x="400926" y="1656130"/>
                  </a:lnTo>
                  <a:lnTo>
                    <a:pt x="357289" y="1672653"/>
                  </a:lnTo>
                  <a:lnTo>
                    <a:pt x="280009" y="1729079"/>
                  </a:lnTo>
                  <a:lnTo>
                    <a:pt x="246468" y="1768944"/>
                  </a:lnTo>
                  <a:lnTo>
                    <a:pt x="208902" y="1796745"/>
                  </a:lnTo>
                  <a:lnTo>
                    <a:pt x="176390" y="1836216"/>
                  </a:lnTo>
                  <a:lnTo>
                    <a:pt x="139966" y="1863598"/>
                  </a:lnTo>
                  <a:lnTo>
                    <a:pt x="108699" y="1902587"/>
                  </a:lnTo>
                  <a:lnTo>
                    <a:pt x="78143" y="1941322"/>
                  </a:lnTo>
                  <a:lnTo>
                    <a:pt x="52870" y="1991639"/>
                  </a:lnTo>
                  <a:lnTo>
                    <a:pt x="23914" y="2029752"/>
                  </a:lnTo>
                  <a:lnTo>
                    <a:pt x="0" y="2065972"/>
                  </a:lnTo>
                  <a:lnTo>
                    <a:pt x="474179" y="2062949"/>
                  </a:lnTo>
                  <a:lnTo>
                    <a:pt x="478967" y="2061146"/>
                  </a:lnTo>
                  <a:lnTo>
                    <a:pt x="590308" y="1978240"/>
                  </a:lnTo>
                  <a:lnTo>
                    <a:pt x="632193" y="1962378"/>
                  </a:lnTo>
                  <a:lnTo>
                    <a:pt x="669455" y="1934679"/>
                  </a:lnTo>
                  <a:lnTo>
                    <a:pt x="717905" y="1916341"/>
                  </a:lnTo>
                  <a:lnTo>
                    <a:pt x="821474" y="1904276"/>
                  </a:lnTo>
                  <a:lnTo>
                    <a:pt x="871220" y="1899018"/>
                  </a:lnTo>
                  <a:lnTo>
                    <a:pt x="923531" y="1906371"/>
                  </a:lnTo>
                  <a:lnTo>
                    <a:pt x="921677" y="1947824"/>
                  </a:lnTo>
                  <a:lnTo>
                    <a:pt x="915720" y="1977237"/>
                  </a:lnTo>
                  <a:lnTo>
                    <a:pt x="914679" y="2018372"/>
                  </a:lnTo>
                  <a:lnTo>
                    <a:pt x="914057" y="2059343"/>
                  </a:lnTo>
                  <a:lnTo>
                    <a:pt x="914412" y="2072792"/>
                  </a:lnTo>
                  <a:lnTo>
                    <a:pt x="1645869" y="2067407"/>
                  </a:lnTo>
                  <a:lnTo>
                    <a:pt x="1636001" y="2030399"/>
                  </a:lnTo>
                  <a:lnTo>
                    <a:pt x="1618640" y="1982660"/>
                  </a:lnTo>
                  <a:lnTo>
                    <a:pt x="1597520" y="1936330"/>
                  </a:lnTo>
                  <a:lnTo>
                    <a:pt x="1572602" y="1891449"/>
                  </a:lnTo>
                  <a:lnTo>
                    <a:pt x="1549742" y="1859368"/>
                  </a:lnTo>
                  <a:lnTo>
                    <a:pt x="1519618" y="1816455"/>
                  </a:lnTo>
                  <a:lnTo>
                    <a:pt x="1491272" y="1786445"/>
                  </a:lnTo>
                  <a:lnTo>
                    <a:pt x="1455801" y="1745551"/>
                  </a:lnTo>
                  <a:lnTo>
                    <a:pt x="1422234" y="1717522"/>
                  </a:lnTo>
                  <a:lnTo>
                    <a:pt x="1386154" y="1690446"/>
                  </a:lnTo>
                  <a:lnTo>
                    <a:pt x="1360449" y="1673021"/>
                  </a:lnTo>
                  <a:lnTo>
                    <a:pt x="1347597" y="1664309"/>
                  </a:lnTo>
                  <a:lnTo>
                    <a:pt x="1359103" y="1605635"/>
                  </a:lnTo>
                  <a:lnTo>
                    <a:pt x="1376057" y="1558467"/>
                  </a:lnTo>
                  <a:lnTo>
                    <a:pt x="1393926" y="1510969"/>
                  </a:lnTo>
                  <a:lnTo>
                    <a:pt x="1408188" y="1451241"/>
                  </a:lnTo>
                  <a:lnTo>
                    <a:pt x="1427810" y="1403070"/>
                  </a:lnTo>
                  <a:lnTo>
                    <a:pt x="1448295" y="1354582"/>
                  </a:lnTo>
                  <a:lnTo>
                    <a:pt x="1469593" y="1305775"/>
                  </a:lnTo>
                  <a:lnTo>
                    <a:pt x="1496187" y="1268539"/>
                  </a:lnTo>
                  <a:lnTo>
                    <a:pt x="1519059" y="1219136"/>
                  </a:lnTo>
                  <a:lnTo>
                    <a:pt x="1547177" y="1181328"/>
                  </a:lnTo>
                  <a:lnTo>
                    <a:pt x="1571536" y="1131366"/>
                  </a:lnTo>
                  <a:lnTo>
                    <a:pt x="1601089" y="1093012"/>
                  </a:lnTo>
                  <a:lnTo>
                    <a:pt x="1631327" y="1054404"/>
                  </a:lnTo>
                  <a:lnTo>
                    <a:pt x="1693735" y="976452"/>
                  </a:lnTo>
                  <a:lnTo>
                    <a:pt x="1730375" y="948994"/>
                  </a:lnTo>
                  <a:lnTo>
                    <a:pt x="1764931" y="908748"/>
                  </a:lnTo>
                  <a:lnTo>
                    <a:pt x="1804631" y="880135"/>
                  </a:lnTo>
                  <a:lnTo>
                    <a:pt x="1840382" y="839444"/>
                  </a:lnTo>
                  <a:lnTo>
                    <a:pt x="1922106" y="781329"/>
                  </a:lnTo>
                  <a:lnTo>
                    <a:pt x="1967877" y="763993"/>
                  </a:lnTo>
                  <a:lnTo>
                    <a:pt x="2009305" y="734733"/>
                  </a:lnTo>
                  <a:lnTo>
                    <a:pt x="2101138" y="699960"/>
                  </a:lnTo>
                  <a:lnTo>
                    <a:pt x="2142363" y="670763"/>
                  </a:lnTo>
                  <a:lnTo>
                    <a:pt x="2192312" y="665429"/>
                  </a:lnTo>
                  <a:lnTo>
                    <a:pt x="2281986" y="631469"/>
                  </a:lnTo>
                  <a:lnTo>
                    <a:pt x="2425433" y="617893"/>
                  </a:lnTo>
                  <a:lnTo>
                    <a:pt x="2516809" y="610450"/>
                  </a:lnTo>
                  <a:lnTo>
                    <a:pt x="2565425" y="619201"/>
                  </a:lnTo>
                  <a:lnTo>
                    <a:pt x="2608338" y="616521"/>
                  </a:lnTo>
                  <a:lnTo>
                    <a:pt x="2654477" y="626224"/>
                  </a:lnTo>
                  <a:lnTo>
                    <a:pt x="2699207" y="636435"/>
                  </a:lnTo>
                  <a:lnTo>
                    <a:pt x="2742450" y="647217"/>
                  </a:lnTo>
                  <a:lnTo>
                    <a:pt x="2714307" y="685038"/>
                  </a:lnTo>
                  <a:lnTo>
                    <a:pt x="2691600" y="734377"/>
                  </a:lnTo>
                  <a:lnTo>
                    <a:pt x="2665349" y="771486"/>
                  </a:lnTo>
                  <a:lnTo>
                    <a:pt x="2644584" y="820089"/>
                  </a:lnTo>
                  <a:lnTo>
                    <a:pt x="2624836" y="868311"/>
                  </a:lnTo>
                  <a:lnTo>
                    <a:pt x="2606129" y="916127"/>
                  </a:lnTo>
                  <a:lnTo>
                    <a:pt x="2588501" y="963549"/>
                  </a:lnTo>
                  <a:lnTo>
                    <a:pt x="2571966" y="1010551"/>
                  </a:lnTo>
                  <a:lnTo>
                    <a:pt x="2556560" y="1057122"/>
                  </a:lnTo>
                  <a:lnTo>
                    <a:pt x="2542311" y="1103261"/>
                  </a:lnTo>
                  <a:lnTo>
                    <a:pt x="2529243" y="1148943"/>
                  </a:lnTo>
                  <a:lnTo>
                    <a:pt x="2521877" y="1206055"/>
                  </a:lnTo>
                  <a:lnTo>
                    <a:pt x="2511260" y="1250810"/>
                  </a:lnTo>
                  <a:lnTo>
                    <a:pt x="2501900" y="1295095"/>
                  </a:lnTo>
                  <a:lnTo>
                    <a:pt x="2498344" y="1350772"/>
                  </a:lnTo>
                  <a:lnTo>
                    <a:pt x="2495004" y="1406347"/>
                  </a:lnTo>
                  <a:lnTo>
                    <a:pt x="2494127" y="1461008"/>
                  </a:lnTo>
                  <a:lnTo>
                    <a:pt x="2495766" y="1514703"/>
                  </a:lnTo>
                  <a:lnTo>
                    <a:pt x="2495524" y="1555534"/>
                  </a:lnTo>
                  <a:lnTo>
                    <a:pt x="2502446" y="1607235"/>
                  </a:lnTo>
                  <a:lnTo>
                    <a:pt x="2512136" y="1657883"/>
                  </a:lnTo>
                  <a:lnTo>
                    <a:pt x="2524645" y="1707464"/>
                  </a:lnTo>
                  <a:lnTo>
                    <a:pt x="2540063" y="1755952"/>
                  </a:lnTo>
                  <a:lnTo>
                    <a:pt x="2558592" y="1803260"/>
                  </a:lnTo>
                  <a:lnTo>
                    <a:pt x="2580589" y="1849247"/>
                  </a:lnTo>
                  <a:lnTo>
                    <a:pt x="2606027" y="1893925"/>
                  </a:lnTo>
                  <a:lnTo>
                    <a:pt x="2630386" y="1925447"/>
                  </a:lnTo>
                  <a:lnTo>
                    <a:pt x="2662605" y="1967572"/>
                  </a:lnTo>
                  <a:lnTo>
                    <a:pt x="2693670" y="1996541"/>
                  </a:lnTo>
                  <a:lnTo>
                    <a:pt x="2728023" y="2024278"/>
                  </a:lnTo>
                  <a:lnTo>
                    <a:pt x="2765653" y="2050770"/>
                  </a:lnTo>
                  <a:lnTo>
                    <a:pt x="3244519" y="2073135"/>
                  </a:lnTo>
                  <a:lnTo>
                    <a:pt x="3277501" y="2047062"/>
                  </a:lnTo>
                  <a:lnTo>
                    <a:pt x="3320250" y="2030869"/>
                  </a:lnTo>
                  <a:lnTo>
                    <a:pt x="3358324" y="2002878"/>
                  </a:lnTo>
                  <a:lnTo>
                    <a:pt x="3391497" y="1963153"/>
                  </a:lnTo>
                  <a:lnTo>
                    <a:pt x="3428517" y="1935556"/>
                  </a:lnTo>
                  <a:lnTo>
                    <a:pt x="3460153" y="1896414"/>
                  </a:lnTo>
                  <a:lnTo>
                    <a:pt x="3490645" y="1857705"/>
                  </a:lnTo>
                  <a:lnTo>
                    <a:pt x="3519754" y="1819529"/>
                  </a:lnTo>
                  <a:lnTo>
                    <a:pt x="3547262" y="1781949"/>
                  </a:lnTo>
                  <a:lnTo>
                    <a:pt x="3553866" y="1765871"/>
                  </a:lnTo>
                  <a:lnTo>
                    <a:pt x="3553777" y="1548625"/>
                  </a:lnTo>
                  <a:lnTo>
                    <a:pt x="3553523" y="896874"/>
                  </a:lnTo>
                  <a:lnTo>
                    <a:pt x="3525062" y="839749"/>
                  </a:lnTo>
                  <a:lnTo>
                    <a:pt x="3499828" y="794981"/>
                  </a:lnTo>
                  <a:lnTo>
                    <a:pt x="3472561" y="750989"/>
                  </a:lnTo>
                  <a:lnTo>
                    <a:pt x="3443313" y="707745"/>
                  </a:lnTo>
                  <a:lnTo>
                    <a:pt x="3412121" y="665238"/>
                  </a:lnTo>
                  <a:lnTo>
                    <a:pt x="3383534" y="635317"/>
                  </a:lnTo>
                  <a:lnTo>
                    <a:pt x="3348596" y="594233"/>
                  </a:lnTo>
                  <a:lnTo>
                    <a:pt x="3311842" y="553834"/>
                  </a:lnTo>
                  <a:lnTo>
                    <a:pt x="3425596" y="470014"/>
                  </a:lnTo>
                  <a:lnTo>
                    <a:pt x="3468649" y="453707"/>
                  </a:lnTo>
                  <a:lnTo>
                    <a:pt x="3507435" y="425437"/>
                  </a:lnTo>
                  <a:lnTo>
                    <a:pt x="3555428" y="407263"/>
                  </a:lnTo>
                  <a:close/>
                </a:path>
              </a:pathLst>
            </a:custGeom>
            <a:solidFill>
              <a:srgbClr val="FFFFFF">
                <a:alpha val="298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" name="Google Shape;196;p18"/>
          <p:cNvSpPr txBox="1"/>
          <p:nvPr/>
        </p:nvSpPr>
        <p:spPr>
          <a:xfrm>
            <a:off x="16205634" y="998855"/>
            <a:ext cx="10668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Page 12</a:t>
            </a:r>
            <a:endParaRPr sz="21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97" name="Google Shape;19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78450" y="3103700"/>
            <a:ext cx="6645350" cy="333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 txBox="1"/>
          <p:nvPr>
            <p:ph type="title"/>
          </p:nvPr>
        </p:nvSpPr>
        <p:spPr>
          <a:xfrm>
            <a:off x="381076" y="364713"/>
            <a:ext cx="14745600" cy="8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RESULTS</a:t>
            </a:r>
            <a:endParaRPr sz="5200"/>
          </a:p>
        </p:txBody>
      </p:sp>
      <p:sp>
        <p:nvSpPr>
          <p:cNvPr id="199" name="Google Shape;199;p18"/>
          <p:cNvSpPr txBox="1"/>
          <p:nvPr/>
        </p:nvSpPr>
        <p:spPr>
          <a:xfrm>
            <a:off x="1289200" y="2179675"/>
            <a:ext cx="5914500" cy="8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Comparative Analysis with Existing Methods(Xception) :</a:t>
            </a:r>
            <a:endParaRPr sz="25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8817150" y="2179675"/>
            <a:ext cx="5914500" cy="8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Test Results For Student Model :</a:t>
            </a:r>
            <a:endParaRPr sz="25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201" name="Google Shape;201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973025" y="2835250"/>
            <a:ext cx="6425839" cy="6623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89200" y="7429475"/>
            <a:ext cx="5467350" cy="20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 txBox="1"/>
          <p:nvPr/>
        </p:nvSpPr>
        <p:spPr>
          <a:xfrm>
            <a:off x="1178450" y="6784475"/>
            <a:ext cx="5914500" cy="8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Efficiency and Deployment Metrics :</a:t>
            </a:r>
            <a:endParaRPr sz="25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 txBox="1"/>
          <p:nvPr>
            <p:ph type="title"/>
          </p:nvPr>
        </p:nvSpPr>
        <p:spPr>
          <a:xfrm>
            <a:off x="438026" y="361663"/>
            <a:ext cx="147456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09" name="Google Shape;209;p19"/>
          <p:cNvSpPr txBox="1"/>
          <p:nvPr>
            <p:ph idx="1" type="body"/>
          </p:nvPr>
        </p:nvSpPr>
        <p:spPr>
          <a:xfrm>
            <a:off x="1801017" y="2530150"/>
            <a:ext cx="15433800" cy="523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 of Findings: Successfully applied deep learning to detect plant diseases with high accuracy.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Implemented Knowledge Distillation→MobileNetV2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Student model achieved near-teacher performance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Revisited: Automated system reduces reliance on manual inspection.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Challenges Faced: Data imbalance, runtime interruptions, model overfitting.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"/>
          <p:cNvSpPr txBox="1"/>
          <p:nvPr>
            <p:ph type="title"/>
          </p:nvPr>
        </p:nvSpPr>
        <p:spPr>
          <a:xfrm>
            <a:off x="6199646" y="4414900"/>
            <a:ext cx="5888990" cy="142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/>
              <a:t>Thank You</a:t>
            </a:r>
            <a:endParaRPr sz="9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